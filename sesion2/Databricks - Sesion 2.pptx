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19"/>
  </p:notesMasterIdLst>
  <p:handoutMasterIdLst>
    <p:handoutMasterId r:id="rId20"/>
  </p:handoutMasterIdLst>
  <p:sldIdLst>
    <p:sldId id="295" r:id="rId5"/>
    <p:sldId id="2147474052" r:id="rId6"/>
    <p:sldId id="2147474054" r:id="rId7"/>
    <p:sldId id="263" r:id="rId8"/>
    <p:sldId id="264" r:id="rId9"/>
    <p:sldId id="265" r:id="rId10"/>
    <p:sldId id="266" r:id="rId11"/>
    <p:sldId id="2147474034" r:id="rId12"/>
    <p:sldId id="2147474049" r:id="rId13"/>
    <p:sldId id="2147474050" r:id="rId14"/>
    <p:sldId id="2147474051" r:id="rId15"/>
    <p:sldId id="2147474045" r:id="rId16"/>
    <p:sldId id="2147474055" r:id="rId17"/>
    <p:sldId id="257" r:id="rId18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  <p14:sldId id="2147474052"/>
            <p14:sldId id="2147474054"/>
            <p14:sldId id="263"/>
            <p14:sldId id="264"/>
            <p14:sldId id="265"/>
            <p14:sldId id="266"/>
            <p14:sldId id="2147474034"/>
            <p14:sldId id="2147474049"/>
            <p14:sldId id="2147474050"/>
            <p14:sldId id="2147474051"/>
            <p14:sldId id="2147474045"/>
            <p14:sldId id="2147474055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D40D34"/>
    <a:srgbClr val="083796"/>
    <a:srgbClr val="F5750B"/>
    <a:srgbClr val="FFEE46"/>
    <a:srgbClr val="D0C70A"/>
    <a:srgbClr val="062970"/>
    <a:srgbClr val="2D5499"/>
    <a:srgbClr val="6ABAD0"/>
    <a:srgbClr val="BDC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D9554-FF81-4EB3-A54D-3312DDA58C95}" v="58" dt="2025-06-04T23:17:04.939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0" autoAdjust="0"/>
    <p:restoredTop sz="94660"/>
  </p:normalViewPr>
  <p:slideViewPr>
    <p:cSldViewPr>
      <p:cViewPr varScale="1">
        <p:scale>
          <a:sx n="150" d="100"/>
          <a:sy n="150" d="100"/>
        </p:scale>
        <p:origin x="1716" y="408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anz" userId="b60748b7-f2df-4c57-9ffa-ce60a404c4fa" providerId="ADAL" clId="{7B3D9554-FF81-4EB3-A54D-3312DDA58C95}"/>
    <pc:docChg chg="undo custSel addSld delSld modSld addSection delSection modSection">
      <pc:chgData name="Pablo Sanz" userId="b60748b7-f2df-4c57-9ffa-ce60a404c4fa" providerId="ADAL" clId="{7B3D9554-FF81-4EB3-A54D-3312DDA58C95}" dt="2025-06-05T13:28:38.502" v="1808" actId="47"/>
      <pc:docMkLst>
        <pc:docMk/>
      </pc:docMkLst>
      <pc:sldChg chg="del">
        <pc:chgData name="Pablo Sanz" userId="b60748b7-f2df-4c57-9ffa-ce60a404c4fa" providerId="ADAL" clId="{7B3D9554-FF81-4EB3-A54D-3312DDA58C95}" dt="2025-05-23T11:11:27.676" v="0" actId="47"/>
        <pc:sldMkLst>
          <pc:docMk/>
          <pc:sldMk cId="1648622587" sldId="334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72106050" sldId="335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630953449" sldId="336"/>
        </pc:sldMkLst>
      </pc:sldChg>
      <pc:sldChg chg="del">
        <pc:chgData name="Pablo Sanz" userId="b60748b7-f2df-4c57-9ffa-ce60a404c4fa" providerId="ADAL" clId="{7B3D9554-FF81-4EB3-A54D-3312DDA58C95}" dt="2025-05-23T11:11:27.676" v="0" actId="47"/>
        <pc:sldMkLst>
          <pc:docMk/>
          <pc:sldMk cId="910241638" sldId="337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2876114064" sldId="338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12809633" sldId="339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961196676" sldId="340"/>
        </pc:sldMkLst>
      </pc:sldChg>
      <pc:sldChg chg="del">
        <pc:chgData name="Pablo Sanz" userId="b60748b7-f2df-4c57-9ffa-ce60a404c4fa" providerId="ADAL" clId="{7B3D9554-FF81-4EB3-A54D-3312DDA58C95}" dt="2025-05-23T17:01:57.451" v="1168" actId="47"/>
        <pc:sldMkLst>
          <pc:docMk/>
          <pc:sldMk cId="3504083086" sldId="2147474003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083179937" sldId="2147474026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95229177" sldId="2147474027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956919486" sldId="2147474028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991730709" sldId="2147474029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63013833" sldId="2147474030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694997189" sldId="2147474031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37063794" sldId="2147474032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2948245080" sldId="2147474033"/>
        </pc:sldMkLst>
      </pc:sldChg>
      <pc:sldChg chg="modSp add del mod">
        <pc:chgData name="Pablo Sanz" userId="b60748b7-f2df-4c57-9ffa-ce60a404c4fa" providerId="ADAL" clId="{7B3D9554-FF81-4EB3-A54D-3312DDA58C95}" dt="2025-06-05T13:28:38.502" v="1808" actId="47"/>
        <pc:sldMkLst>
          <pc:docMk/>
          <pc:sldMk cId="3515729321" sldId="2147474034"/>
        </pc:sldMkLst>
      </pc:sldChg>
      <pc:sldChg chg="modSp mod">
        <pc:chgData name="Pablo Sanz" userId="b60748b7-f2df-4c57-9ffa-ce60a404c4fa" providerId="ADAL" clId="{7B3D9554-FF81-4EB3-A54D-3312DDA58C95}" dt="2025-06-04T23:13:31.589" v="1230" actId="403"/>
        <pc:sldMkLst>
          <pc:docMk/>
          <pc:sldMk cId="3633853361" sldId="2147474036"/>
        </pc:sldMkLst>
        <pc:spChg chg="mod">
          <ac:chgData name="Pablo Sanz" userId="b60748b7-f2df-4c57-9ffa-ce60a404c4fa" providerId="ADAL" clId="{7B3D9554-FF81-4EB3-A54D-3312DDA58C95}" dt="2025-06-04T23:13:31.589" v="1230" actId="403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mod">
        <pc:chgData name="Pablo Sanz" userId="b60748b7-f2df-4c57-9ffa-ce60a404c4fa" providerId="ADAL" clId="{7B3D9554-FF81-4EB3-A54D-3312DDA58C95}" dt="2025-05-23T15:43:26.490" v="132" actId="27636"/>
        <pc:sldMkLst>
          <pc:docMk/>
          <pc:sldMk cId="4254767141" sldId="2147474037"/>
        </pc:sldMkLst>
        <pc:spChg chg="mod">
          <ac:chgData name="Pablo Sanz" userId="b60748b7-f2df-4c57-9ffa-ce60a404c4fa" providerId="ADAL" clId="{7B3D9554-FF81-4EB3-A54D-3312DDA58C95}" dt="2025-05-23T15:43:26.490" v="132" actId="27636"/>
          <ac:spMkLst>
            <pc:docMk/>
            <pc:sldMk cId="4254767141" sldId="2147474037"/>
            <ac:spMk id="6" creationId="{7E7CDFE8-0CDD-974E-A38D-2968E0522905}"/>
          </ac:spMkLst>
        </pc:spChg>
      </pc:sldChg>
      <pc:sldChg chg="addSp delSp modSp add mod">
        <pc:chgData name="Pablo Sanz" userId="b60748b7-f2df-4c57-9ffa-ce60a404c4fa" providerId="ADAL" clId="{7B3D9554-FF81-4EB3-A54D-3312DDA58C95}" dt="2025-05-23T15:42:04.585" v="101" actId="1076"/>
        <pc:sldMkLst>
          <pc:docMk/>
          <pc:sldMk cId="2768458998" sldId="2147474039"/>
        </pc:sldMkLst>
        <pc:spChg chg="mod">
          <ac:chgData name="Pablo Sanz" userId="b60748b7-f2df-4c57-9ffa-ce60a404c4fa" providerId="ADAL" clId="{7B3D9554-FF81-4EB3-A54D-3312DDA58C95}" dt="2025-05-23T15:29:33.397" v="72" actId="20577"/>
          <ac:spMkLst>
            <pc:docMk/>
            <pc:sldMk cId="2768458998" sldId="2147474039"/>
            <ac:spMk id="5" creationId="{5DC546C1-51BD-46DA-3C95-0251A1D0BFF4}"/>
          </ac:spMkLst>
        </pc:spChg>
        <pc:picChg chg="add mod">
          <ac:chgData name="Pablo Sanz" userId="b60748b7-f2df-4c57-9ffa-ce60a404c4fa" providerId="ADAL" clId="{7B3D9554-FF81-4EB3-A54D-3312DDA58C95}" dt="2025-05-23T15:42:04.585" v="101" actId="1076"/>
          <ac:picMkLst>
            <pc:docMk/>
            <pc:sldMk cId="2768458998" sldId="2147474039"/>
            <ac:picMk id="14" creationId="{180C189C-330F-428E-D16C-436D8C3FA768}"/>
          </ac:picMkLst>
        </pc:picChg>
      </pc:sldChg>
      <pc:sldChg chg="addSp delSp modSp add mod">
        <pc:chgData name="Pablo Sanz" userId="b60748b7-f2df-4c57-9ffa-ce60a404c4fa" providerId="ADAL" clId="{7B3D9554-FF81-4EB3-A54D-3312DDA58C95}" dt="2025-05-23T15:42:51.684" v="106" actId="1076"/>
        <pc:sldMkLst>
          <pc:docMk/>
          <pc:sldMk cId="3063459761" sldId="2147474040"/>
        </pc:sldMkLst>
        <pc:picChg chg="add mod">
          <ac:chgData name="Pablo Sanz" userId="b60748b7-f2df-4c57-9ffa-ce60a404c4fa" providerId="ADAL" clId="{7B3D9554-FF81-4EB3-A54D-3312DDA58C95}" dt="2025-05-23T15:42:51.684" v="106" actId="1076"/>
          <ac:picMkLst>
            <pc:docMk/>
            <pc:sldMk cId="3063459761" sldId="2147474040"/>
            <ac:picMk id="1026" creationId="{000CF2C8-5A7D-2D41-0636-C3116F5FD19C}"/>
          </ac:picMkLst>
        </pc:picChg>
      </pc:sldChg>
      <pc:sldChg chg="addSp delSp modSp add mod">
        <pc:chgData name="Pablo Sanz" userId="b60748b7-f2df-4c57-9ffa-ce60a404c4fa" providerId="ADAL" clId="{7B3D9554-FF81-4EB3-A54D-3312DDA58C95}" dt="2025-05-23T16:51:03.736" v="723" actId="20577"/>
        <pc:sldMkLst>
          <pc:docMk/>
          <pc:sldMk cId="641552541" sldId="2147474041"/>
        </pc:sldMkLst>
        <pc:spChg chg="add mod">
          <ac:chgData name="Pablo Sanz" userId="b60748b7-f2df-4c57-9ffa-ce60a404c4fa" providerId="ADAL" clId="{7B3D9554-FF81-4EB3-A54D-3312DDA58C95}" dt="2025-05-23T16:09:44.089" v="639" actId="552"/>
          <ac:spMkLst>
            <pc:docMk/>
            <pc:sldMk cId="641552541" sldId="2147474041"/>
            <ac:spMk id="2" creationId="{3770A6FD-C1C5-4143-8B4F-1ABA1ACDCE3F}"/>
          </ac:spMkLst>
        </pc:spChg>
        <pc:spChg chg="add mod">
          <ac:chgData name="Pablo Sanz" userId="b60748b7-f2df-4c57-9ffa-ce60a404c4fa" providerId="ADAL" clId="{7B3D9554-FF81-4EB3-A54D-3312DDA58C95}" dt="2025-05-23T16:09:53.216" v="644" actId="1038"/>
          <ac:spMkLst>
            <pc:docMk/>
            <pc:sldMk cId="641552541" sldId="2147474041"/>
            <ac:spMk id="3" creationId="{C296B2F3-37F5-A601-F946-266652A60102}"/>
          </ac:spMkLst>
        </pc:spChg>
        <pc:spChg chg="add mod">
          <ac:chgData name="Pablo Sanz" userId="b60748b7-f2df-4c57-9ffa-ce60a404c4fa" providerId="ADAL" clId="{7B3D9554-FF81-4EB3-A54D-3312DDA58C95}" dt="2025-05-23T16:08:12.218" v="625" actId="14100"/>
          <ac:spMkLst>
            <pc:docMk/>
            <pc:sldMk cId="641552541" sldId="2147474041"/>
            <ac:spMk id="4" creationId="{8DE4FC81-F219-3801-1E5B-33E888D50BE8}"/>
          </ac:spMkLst>
        </pc:spChg>
        <pc:spChg chg="mod">
          <ac:chgData name="Pablo Sanz" userId="b60748b7-f2df-4c57-9ffa-ce60a404c4fa" providerId="ADAL" clId="{7B3D9554-FF81-4EB3-A54D-3312DDA58C95}" dt="2025-05-23T16:51:03.736" v="723" actId="20577"/>
          <ac:spMkLst>
            <pc:docMk/>
            <pc:sldMk cId="641552541" sldId="2147474041"/>
            <ac:spMk id="5" creationId="{0A0C4069-07F9-CC5D-8D69-5FE9D3DCE1EA}"/>
          </ac:spMkLst>
        </pc:spChg>
        <pc:spChg chg="add mod">
          <ac:chgData name="Pablo Sanz" userId="b60748b7-f2df-4c57-9ffa-ce60a404c4fa" providerId="ADAL" clId="{7B3D9554-FF81-4EB3-A54D-3312DDA58C95}" dt="2025-05-23T16:09:44.089" v="639" actId="552"/>
          <ac:spMkLst>
            <pc:docMk/>
            <pc:sldMk cId="641552541" sldId="2147474041"/>
            <ac:spMk id="6" creationId="{824C9227-5F6F-4997-3CC7-033D75F05067}"/>
          </ac:spMkLst>
        </pc:spChg>
        <pc:spChg chg="add mod">
          <ac:chgData name="Pablo Sanz" userId="b60748b7-f2df-4c57-9ffa-ce60a404c4fa" providerId="ADAL" clId="{7B3D9554-FF81-4EB3-A54D-3312DDA58C95}" dt="2025-05-23T16:09:53.216" v="644" actId="1038"/>
          <ac:spMkLst>
            <pc:docMk/>
            <pc:sldMk cId="641552541" sldId="2147474041"/>
            <ac:spMk id="13" creationId="{565B37A3-B6EC-CE62-6EF3-29357D04D5F7}"/>
          </ac:spMkLst>
        </pc:spChg>
        <pc:spChg chg="mod">
          <ac:chgData name="Pablo Sanz" userId="b60748b7-f2df-4c57-9ffa-ce60a404c4fa" providerId="ADAL" clId="{7B3D9554-FF81-4EB3-A54D-3312DDA58C95}" dt="2025-05-23T16:09:36.641" v="638" actId="12789"/>
          <ac:spMkLst>
            <pc:docMk/>
            <pc:sldMk cId="641552541" sldId="2147474041"/>
            <ac:spMk id="20" creationId="{5261C8AE-BA28-98B1-9091-FE9866DD41AC}"/>
          </ac:spMkLst>
        </pc:spChg>
        <pc:picChg chg="add mod">
          <ac:chgData name="Pablo Sanz" userId="b60748b7-f2df-4c57-9ffa-ce60a404c4fa" providerId="ADAL" clId="{7B3D9554-FF81-4EB3-A54D-3312DDA58C95}" dt="2025-05-23T16:10:04.607" v="651" actId="1038"/>
          <ac:picMkLst>
            <pc:docMk/>
            <pc:sldMk cId="641552541" sldId="2147474041"/>
            <ac:picMk id="21" creationId="{AAC8E9A8-9491-540D-684A-2BCB42B55843}"/>
          </ac:picMkLst>
        </pc:picChg>
        <pc:picChg chg="add mod">
          <ac:chgData name="Pablo Sanz" userId="b60748b7-f2df-4c57-9ffa-ce60a404c4fa" providerId="ADAL" clId="{7B3D9554-FF81-4EB3-A54D-3312DDA58C95}" dt="2025-05-23T16:10:04.607" v="651" actId="1038"/>
          <ac:picMkLst>
            <pc:docMk/>
            <pc:sldMk cId="641552541" sldId="2147474041"/>
            <ac:picMk id="23" creationId="{509EE6CC-7CF0-7C8C-D686-DD401B059913}"/>
          </ac:picMkLst>
        </pc:picChg>
      </pc:sldChg>
      <pc:sldChg chg="modSp add mod">
        <pc:chgData name="Pablo Sanz" userId="b60748b7-f2df-4c57-9ffa-ce60a404c4fa" providerId="ADAL" clId="{7B3D9554-FF81-4EB3-A54D-3312DDA58C95}" dt="2025-05-23T16:40:45.198" v="656" actId="27636"/>
        <pc:sldMkLst>
          <pc:docMk/>
          <pc:sldMk cId="3471979225" sldId="2147474042"/>
        </pc:sldMkLst>
        <pc:spChg chg="mod">
          <ac:chgData name="Pablo Sanz" userId="b60748b7-f2df-4c57-9ffa-ce60a404c4fa" providerId="ADAL" clId="{7B3D9554-FF81-4EB3-A54D-3312DDA58C95}" dt="2025-05-23T16:40:45.198" v="656" actId="27636"/>
          <ac:spMkLst>
            <pc:docMk/>
            <pc:sldMk cId="3471979225" sldId="2147474042"/>
            <ac:spMk id="5" creationId="{455410E8-FDBD-3264-63C8-BE1E8B5A7BC1}"/>
          </ac:spMkLst>
        </pc:spChg>
      </pc:sldChg>
      <pc:sldChg chg="addSp delSp modSp add del mod">
        <pc:chgData name="Pablo Sanz" userId="b60748b7-f2df-4c57-9ffa-ce60a404c4fa" providerId="ADAL" clId="{7B3D9554-FF81-4EB3-A54D-3312DDA58C95}" dt="2025-06-04T23:13:46.470" v="1231" actId="47"/>
        <pc:sldMkLst>
          <pc:docMk/>
          <pc:sldMk cId="1066311120" sldId="2147474043"/>
        </pc:sldMkLst>
      </pc:sldChg>
      <pc:sldChg chg="addSp delSp modSp add mod">
        <pc:chgData name="Pablo Sanz" userId="b60748b7-f2df-4c57-9ffa-ce60a404c4fa" providerId="ADAL" clId="{7B3D9554-FF81-4EB3-A54D-3312DDA58C95}" dt="2025-06-04T23:24:24.614" v="1807" actId="1037"/>
        <pc:sldMkLst>
          <pc:docMk/>
          <pc:sldMk cId="3429014030" sldId="2147474043"/>
        </pc:sldMkLst>
        <pc:spChg chg="add mod">
          <ac:chgData name="Pablo Sanz" userId="b60748b7-f2df-4c57-9ffa-ce60a404c4fa" providerId="ADAL" clId="{7B3D9554-FF81-4EB3-A54D-3312DDA58C95}" dt="2025-06-04T23:17:04.939" v="1353"/>
          <ac:spMkLst>
            <pc:docMk/>
            <pc:sldMk cId="3429014030" sldId="2147474043"/>
            <ac:spMk id="2" creationId="{5191A65A-6F9D-E82E-72C2-5ABD3763CD02}"/>
          </ac:spMkLst>
        </pc:spChg>
        <pc:spChg chg="add mod">
          <ac:chgData name="Pablo Sanz" userId="b60748b7-f2df-4c57-9ffa-ce60a404c4fa" providerId="ADAL" clId="{7B3D9554-FF81-4EB3-A54D-3312DDA58C95}" dt="2025-06-04T23:17:46.274" v="1448" actId="1076"/>
          <ac:spMkLst>
            <pc:docMk/>
            <pc:sldMk cId="3429014030" sldId="2147474043"/>
            <ac:spMk id="3" creationId="{4E371B90-C85F-DE94-6D45-E9DEA1D6D025}"/>
          </ac:spMkLst>
        </pc:spChg>
        <pc:spChg chg="add mod">
          <ac:chgData name="Pablo Sanz" userId="b60748b7-f2df-4c57-9ffa-ce60a404c4fa" providerId="ADAL" clId="{7B3D9554-FF81-4EB3-A54D-3312DDA58C95}" dt="2025-06-04T23:24:24.614" v="1807" actId="1037"/>
          <ac:spMkLst>
            <pc:docMk/>
            <pc:sldMk cId="3429014030" sldId="2147474043"/>
            <ac:spMk id="4" creationId="{2E7D5815-957A-438F-05FC-C442E90E857C}"/>
          </ac:spMkLst>
        </pc:spChg>
        <pc:spChg chg="mod">
          <ac:chgData name="Pablo Sanz" userId="b60748b7-f2df-4c57-9ffa-ce60a404c4fa" providerId="ADAL" clId="{7B3D9554-FF81-4EB3-A54D-3312DDA58C95}" dt="2025-06-04T23:16:31.575" v="1351" actId="20577"/>
          <ac:spMkLst>
            <pc:docMk/>
            <pc:sldMk cId="3429014030" sldId="2147474043"/>
            <ac:spMk id="5" creationId="{077EA1FD-4B8E-A045-243A-1BA8CF60D765}"/>
          </ac:spMkLst>
        </pc:spChg>
        <pc:spChg chg="add mod">
          <ac:chgData name="Pablo Sanz" userId="b60748b7-f2df-4c57-9ffa-ce60a404c4fa" providerId="ADAL" clId="{7B3D9554-FF81-4EB3-A54D-3312DDA58C95}" dt="2025-06-04T23:17:04.939" v="1353"/>
          <ac:spMkLst>
            <pc:docMk/>
            <pc:sldMk cId="3429014030" sldId="2147474043"/>
            <ac:spMk id="6" creationId="{1EFDDA82-AC4D-8D53-4A17-D88FA487C923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7" creationId="{680575B1-DDBD-33DC-6E41-022EAE1ACF84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8" creationId="{41BEB0DB-634F-25FA-5894-AF2331B957AA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9" creationId="{BAF67AF6-A230-843A-2EF8-3C4FD03CB11E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0" creationId="{B4D8F59A-2804-6F5E-EDD9-F41A87BFAA3D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2" creationId="{F9360809-D5F7-7162-14E7-101DE4B4BE52}"/>
          </ac:spMkLst>
        </pc:spChg>
        <pc:spChg chg="add mod">
          <ac:chgData name="Pablo Sanz" userId="b60748b7-f2df-4c57-9ffa-ce60a404c4fa" providerId="ADAL" clId="{7B3D9554-FF81-4EB3-A54D-3312DDA58C95}" dt="2025-06-04T23:17:46.274" v="1448" actId="1076"/>
          <ac:spMkLst>
            <pc:docMk/>
            <pc:sldMk cId="3429014030" sldId="2147474043"/>
            <ac:spMk id="13" creationId="{EA558C75-9641-F612-ADC0-E94BCE609DEA}"/>
          </ac:spMkLst>
        </pc:spChg>
        <pc:spChg chg="add mod">
          <ac:chgData name="Pablo Sanz" userId="b60748b7-f2df-4c57-9ffa-ce60a404c4fa" providerId="ADAL" clId="{7B3D9554-FF81-4EB3-A54D-3312DDA58C95}" dt="2025-06-04T23:24:24.614" v="1807" actId="1037"/>
          <ac:spMkLst>
            <pc:docMk/>
            <pc:sldMk cId="3429014030" sldId="2147474043"/>
            <ac:spMk id="14" creationId="{930CB948-3B84-1CB3-7687-88A13B90F4C7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5" creationId="{8C9EDDDA-344E-7577-3CA7-4E510A6CDA44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6" creationId="{BED4AEF7-64F2-0DC5-3074-603280F7E76E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7" creationId="{61BC5D56-EDA0-282F-774B-818CCB02E14F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8" creationId="{A291265B-4769-235B-42AF-8D735371A17C}"/>
          </ac:spMkLst>
        </pc:spChg>
        <pc:spChg chg="del">
          <ac:chgData name="Pablo Sanz" userId="b60748b7-f2df-4c57-9ffa-ce60a404c4fa" providerId="ADAL" clId="{7B3D9554-FF81-4EB3-A54D-3312DDA58C95}" dt="2025-06-04T23:17:04.526" v="1352" actId="478"/>
          <ac:spMkLst>
            <pc:docMk/>
            <pc:sldMk cId="3429014030" sldId="2147474043"/>
            <ac:spMk id="19" creationId="{5E9799FE-1EF8-EB94-7305-CA8A10AAFA7F}"/>
          </ac:spMkLst>
        </pc:spChg>
        <pc:picChg chg="add mod">
          <ac:chgData name="Pablo Sanz" userId="b60748b7-f2df-4c57-9ffa-ce60a404c4fa" providerId="ADAL" clId="{7B3D9554-FF81-4EB3-A54D-3312DDA58C95}" dt="2025-06-04T23:17:04.939" v="1353"/>
          <ac:picMkLst>
            <pc:docMk/>
            <pc:sldMk cId="3429014030" sldId="2147474043"/>
            <ac:picMk id="21" creationId="{DADC74FD-46B7-656B-23F5-C1F2674D7720}"/>
          </ac:picMkLst>
        </pc:picChg>
        <pc:picChg chg="add mod">
          <ac:chgData name="Pablo Sanz" userId="b60748b7-f2df-4c57-9ffa-ce60a404c4fa" providerId="ADAL" clId="{7B3D9554-FF81-4EB3-A54D-3312DDA58C95}" dt="2025-06-04T23:17:04.939" v="1353"/>
          <ac:picMkLst>
            <pc:docMk/>
            <pc:sldMk cId="3429014030" sldId="2147474043"/>
            <ac:picMk id="22" creationId="{D89E18E7-C2C5-ECFC-8C7A-A473DB3E80F6}"/>
          </ac:picMkLst>
        </pc:picChg>
      </pc:sldChg>
      <pc:sldChg chg="modSp add del mod">
        <pc:chgData name="Pablo Sanz" userId="b60748b7-f2df-4c57-9ffa-ce60a404c4fa" providerId="ADAL" clId="{7B3D9554-FF81-4EB3-A54D-3312DDA58C95}" dt="2025-06-04T23:13:46.470" v="1231" actId="47"/>
        <pc:sldMkLst>
          <pc:docMk/>
          <pc:sldMk cId="2223811373" sldId="2147474044"/>
        </pc:sldMkLst>
      </pc:sldChg>
      <pc:sldMasterChg chg="delSldLayout">
        <pc:chgData name="Pablo Sanz" userId="b60748b7-f2df-4c57-9ffa-ce60a404c4fa" providerId="ADAL" clId="{7B3D9554-FF81-4EB3-A54D-3312DDA58C95}" dt="2025-05-23T17:01:57.451" v="1168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7B3D9554-FF81-4EB3-A54D-3312DDA58C95}" dt="2025-05-23T17:01:57.451" v="1168" actId="47"/>
          <pc:sldLayoutMkLst>
            <pc:docMk/>
            <pc:sldMasterMk cId="2572454742" sldId="2147483653"/>
            <pc:sldLayoutMk cId="1427469889" sldId="2147483660"/>
          </pc:sldLayoutMkLst>
        </pc:sldLayoutChg>
      </pc:sldMasterChg>
    </pc:docChg>
  </pc:docChgLst>
  <pc:docChgLst>
    <pc:chgData name="Pablo Sanz" userId="b60748b7-f2df-4c57-9ffa-ce60a404c4fa" providerId="ADAL" clId="{3445D012-336F-49A7-A294-E71B7694E80C}"/>
    <pc:docChg chg="undo redo custSel addSld delSld modSld sldOrd addSection modSection">
      <pc:chgData name="Pablo Sanz" userId="b60748b7-f2df-4c57-9ffa-ce60a404c4fa" providerId="ADAL" clId="{3445D012-336F-49A7-A294-E71B7694E80C}" dt="2025-05-23T10:33:06.649" v="4572" actId="20577"/>
      <pc:docMkLst>
        <pc:docMk/>
      </pc:docMkLst>
      <pc:sldChg chg="addSp modSp mod">
        <pc:chgData name="Pablo Sanz" userId="b60748b7-f2df-4c57-9ffa-ce60a404c4fa" providerId="ADAL" clId="{3445D012-336F-49A7-A294-E71B7694E80C}" dt="2025-04-25T18:14:44.696" v="620" actId="1076"/>
        <pc:sldMkLst>
          <pc:docMk/>
          <pc:sldMk cId="1648622587" sldId="334"/>
        </pc:sldMkLst>
      </pc:sldChg>
      <pc:sldChg chg="addSp delSp modSp add mod">
        <pc:chgData name="Pablo Sanz" userId="b60748b7-f2df-4c57-9ffa-ce60a404c4fa" providerId="ADAL" clId="{3445D012-336F-49A7-A294-E71B7694E80C}" dt="2025-04-25T18:01:20.653" v="254" actId="20577"/>
        <pc:sldMkLst>
          <pc:docMk/>
          <pc:sldMk cId="3972106050" sldId="335"/>
        </pc:sldMkLst>
      </pc:sldChg>
      <pc:sldChg chg="modSp add mod ord">
        <pc:chgData name="Pablo Sanz" userId="b60748b7-f2df-4c57-9ffa-ce60a404c4fa" providerId="ADAL" clId="{3445D012-336F-49A7-A294-E71B7694E80C}" dt="2025-04-25T18:26:54.754" v="1116" actId="20577"/>
        <pc:sldMkLst>
          <pc:docMk/>
          <pc:sldMk cId="1630953449" sldId="336"/>
        </pc:sldMkLst>
      </pc:sldChg>
      <pc:sldChg chg="modSp add mod">
        <pc:chgData name="Pablo Sanz" userId="b60748b7-f2df-4c57-9ffa-ce60a404c4fa" providerId="ADAL" clId="{3445D012-336F-49A7-A294-E71B7694E80C}" dt="2025-05-23T10:33:06.649" v="4572" actId="20577"/>
        <pc:sldMkLst>
          <pc:docMk/>
          <pc:sldMk cId="910241638" sldId="337"/>
        </pc:sldMkLst>
      </pc:sldChg>
      <pc:sldChg chg="add del">
        <pc:chgData name="Pablo Sanz" userId="b60748b7-f2df-4c57-9ffa-ce60a404c4fa" providerId="ADAL" clId="{3445D012-336F-49A7-A294-E71B7694E80C}" dt="2025-04-25T18:15:18.825" v="624" actId="47"/>
        <pc:sldMkLst>
          <pc:docMk/>
          <pc:sldMk cId="2326715694" sldId="338"/>
        </pc:sldMkLst>
      </pc:sldChg>
      <pc:sldChg chg="addSp modSp add mod ord">
        <pc:chgData name="Pablo Sanz" userId="b60748b7-f2df-4c57-9ffa-ce60a404c4fa" providerId="ADAL" clId="{3445D012-336F-49A7-A294-E71B7694E80C}" dt="2025-04-25T18:28:39.149" v="1192" actId="20577"/>
        <pc:sldMkLst>
          <pc:docMk/>
          <pc:sldMk cId="2876114064" sldId="338"/>
        </pc:sldMkLst>
      </pc:sldChg>
      <pc:sldChg chg="addSp delSp modSp add mod">
        <pc:chgData name="Pablo Sanz" userId="b60748b7-f2df-4c57-9ffa-ce60a404c4fa" providerId="ADAL" clId="{3445D012-336F-49A7-A294-E71B7694E80C}" dt="2025-05-23T10:28:57.545" v="4517" actId="20577"/>
        <pc:sldMkLst>
          <pc:docMk/>
          <pc:sldMk cId="3912809633" sldId="339"/>
        </pc:sldMkLst>
      </pc:sldChg>
      <pc:sldChg chg="addSp delSp modSp add mod">
        <pc:chgData name="Pablo Sanz" userId="b60748b7-f2df-4c57-9ffa-ce60a404c4fa" providerId="ADAL" clId="{3445D012-336F-49A7-A294-E71B7694E80C}" dt="2025-04-26T10:18:22.926" v="1502" actId="207"/>
        <pc:sldMkLst>
          <pc:docMk/>
          <pc:sldMk cId="1961196676" sldId="340"/>
        </pc:sldMkLst>
      </pc:sldChg>
      <pc:sldChg chg="modSp add del mod">
        <pc:chgData name="Pablo Sanz" userId="b60748b7-f2df-4c57-9ffa-ce60a404c4fa" providerId="ADAL" clId="{3445D012-336F-49A7-A294-E71B7694E80C}" dt="2025-04-26T10:14:02.187" v="1456" actId="47"/>
        <pc:sldMkLst>
          <pc:docMk/>
          <pc:sldMk cId="2952024714" sldId="2147473978"/>
        </pc:sldMkLst>
      </pc:sldChg>
      <pc:sldChg chg="modSp add del mod">
        <pc:chgData name="Pablo Sanz" userId="b60748b7-f2df-4c57-9ffa-ce60a404c4fa" providerId="ADAL" clId="{3445D012-336F-49A7-A294-E71B7694E80C}" dt="2025-04-26T10:39:36.932" v="1503" actId="47"/>
        <pc:sldMkLst>
          <pc:docMk/>
          <pc:sldMk cId="3353819699" sldId="2147473980"/>
        </pc:sldMkLst>
      </pc:sldChg>
      <pc:sldChg chg="modSp add del mod">
        <pc:chgData name="Pablo Sanz" userId="b60748b7-f2df-4c57-9ffa-ce60a404c4fa" providerId="ADAL" clId="{3445D012-336F-49A7-A294-E71B7694E80C}" dt="2025-04-26T07:50:11.329" v="1272" actId="47"/>
        <pc:sldMkLst>
          <pc:docMk/>
          <pc:sldMk cId="2772237289" sldId="2147473983"/>
        </pc:sldMkLst>
      </pc:sldChg>
      <pc:sldChg chg="modSp add del mod ord">
        <pc:chgData name="Pablo Sanz" userId="b60748b7-f2df-4c57-9ffa-ce60a404c4fa" providerId="ADAL" clId="{3445D012-336F-49A7-A294-E71B7694E80C}" dt="2025-05-12T06:05:30.461" v="3760" actId="47"/>
        <pc:sldMkLst>
          <pc:docMk/>
          <pc:sldMk cId="2127246953" sldId="2147473984"/>
        </pc:sldMkLst>
      </pc:sldChg>
      <pc:sldChg chg="modSp add mod ord">
        <pc:chgData name="Pablo Sanz" userId="b60748b7-f2df-4c57-9ffa-ce60a404c4fa" providerId="ADAL" clId="{3445D012-336F-49A7-A294-E71B7694E80C}" dt="2025-05-12T06:09:15.753" v="3767"/>
        <pc:sldMkLst>
          <pc:docMk/>
          <pc:sldMk cId="3504083086" sldId="2147474003"/>
        </pc:sldMkLst>
      </pc:sldChg>
      <pc:sldChg chg="modSp add del mod">
        <pc:chgData name="Pablo Sanz" userId="b60748b7-f2df-4c57-9ffa-ce60a404c4fa" providerId="ADAL" clId="{3445D012-336F-49A7-A294-E71B7694E80C}" dt="2025-04-26T10:06:12.065" v="1410" actId="47"/>
        <pc:sldMkLst>
          <pc:docMk/>
          <pc:sldMk cId="143304954" sldId="2147474024"/>
        </pc:sldMkLst>
      </pc:sldChg>
      <pc:sldChg chg="addSp delSp modSp add del mod">
        <pc:chgData name="Pablo Sanz" userId="b60748b7-f2df-4c57-9ffa-ce60a404c4fa" providerId="ADAL" clId="{3445D012-336F-49A7-A294-E71B7694E80C}" dt="2025-04-26T10:58:09.031" v="1699" actId="47"/>
        <pc:sldMkLst>
          <pc:docMk/>
          <pc:sldMk cId="3974225013" sldId="2147474025"/>
        </pc:sldMkLst>
      </pc:sldChg>
      <pc:sldChg chg="addSp delSp modSp add mod">
        <pc:chgData name="Pablo Sanz" userId="b60748b7-f2df-4c57-9ffa-ce60a404c4fa" providerId="ADAL" clId="{3445D012-336F-49A7-A294-E71B7694E80C}" dt="2025-04-26T10:49:10.186" v="1658" actId="20577"/>
        <pc:sldMkLst>
          <pc:docMk/>
          <pc:sldMk cId="3083179937" sldId="2147474026"/>
        </pc:sldMkLst>
      </pc:sldChg>
      <pc:sldChg chg="addSp delSp modSp add mod">
        <pc:chgData name="Pablo Sanz" userId="b60748b7-f2df-4c57-9ffa-ce60a404c4fa" providerId="ADAL" clId="{3445D012-336F-49A7-A294-E71B7694E80C}" dt="2025-04-26T10:58:30.050" v="1701" actId="1076"/>
        <pc:sldMkLst>
          <pc:docMk/>
          <pc:sldMk cId="195229177" sldId="2147474027"/>
        </pc:sldMkLst>
      </pc:sldChg>
      <pc:sldChg chg="addSp delSp modSp add mod">
        <pc:chgData name="Pablo Sanz" userId="b60748b7-f2df-4c57-9ffa-ce60a404c4fa" providerId="ADAL" clId="{3445D012-336F-49A7-A294-E71B7694E80C}" dt="2025-04-26T11:25:33.340" v="1936" actId="1076"/>
        <pc:sldMkLst>
          <pc:docMk/>
          <pc:sldMk cId="956919486" sldId="2147474028"/>
        </pc:sldMkLst>
      </pc:sldChg>
      <pc:sldChg chg="addSp delSp modSp add mod">
        <pc:chgData name="Pablo Sanz" userId="b60748b7-f2df-4c57-9ffa-ce60a404c4fa" providerId="ADAL" clId="{3445D012-336F-49A7-A294-E71B7694E80C}" dt="2025-05-08T21:08:45.349" v="3346" actId="20577"/>
        <pc:sldMkLst>
          <pc:docMk/>
          <pc:sldMk cId="991730709" sldId="2147474029"/>
        </pc:sldMkLst>
      </pc:sldChg>
      <pc:sldChg chg="delSp modSp add mod modNotesTx">
        <pc:chgData name="Pablo Sanz" userId="b60748b7-f2df-4c57-9ffa-ce60a404c4fa" providerId="ADAL" clId="{3445D012-336F-49A7-A294-E71B7694E80C}" dt="2025-05-08T20:52:19.762" v="2931" actId="20577"/>
        <pc:sldMkLst>
          <pc:docMk/>
          <pc:sldMk cId="63013833" sldId="2147474030"/>
        </pc:sldMkLst>
      </pc:sldChg>
      <pc:sldChg chg="add del">
        <pc:chgData name="Pablo Sanz" userId="b60748b7-f2df-4c57-9ffa-ce60a404c4fa" providerId="ADAL" clId="{3445D012-336F-49A7-A294-E71B7694E80C}" dt="2025-05-08T20:43:27.731" v="2151"/>
        <pc:sldMkLst>
          <pc:docMk/>
          <pc:sldMk cId="3911265853" sldId="2147474030"/>
        </pc:sldMkLst>
      </pc:sldChg>
      <pc:sldChg chg="addSp delSp modSp add mod modNotesTx">
        <pc:chgData name="Pablo Sanz" userId="b60748b7-f2df-4c57-9ffa-ce60a404c4fa" providerId="ADAL" clId="{3445D012-336F-49A7-A294-E71B7694E80C}" dt="2025-05-08T21:13:27.024" v="3469" actId="108"/>
        <pc:sldMkLst>
          <pc:docMk/>
          <pc:sldMk cId="3694997189" sldId="2147474031"/>
        </pc:sldMkLst>
      </pc:sldChg>
      <pc:sldChg chg="addSp delSp modSp add mod">
        <pc:chgData name="Pablo Sanz" userId="b60748b7-f2df-4c57-9ffa-ce60a404c4fa" providerId="ADAL" clId="{3445D012-336F-49A7-A294-E71B7694E80C}" dt="2025-05-08T21:11:22.933" v="3424" actId="12788"/>
        <pc:sldMkLst>
          <pc:docMk/>
          <pc:sldMk cId="3937063794" sldId="2147474032"/>
        </pc:sldMkLst>
      </pc:sldChg>
      <pc:sldChg chg="addSp delSp modSp add mod">
        <pc:chgData name="Pablo Sanz" userId="b60748b7-f2df-4c57-9ffa-ce60a404c4fa" providerId="ADAL" clId="{3445D012-336F-49A7-A294-E71B7694E80C}" dt="2025-05-08T21:22:42.751" v="3641" actId="12788"/>
        <pc:sldMkLst>
          <pc:docMk/>
          <pc:sldMk cId="2948245080" sldId="2147474033"/>
        </pc:sldMkLst>
      </pc:sldChg>
      <pc:sldChg chg="addSp modSp add del">
        <pc:chgData name="Pablo Sanz" userId="b60748b7-f2df-4c57-9ffa-ce60a404c4fa" providerId="ADAL" clId="{3445D012-336F-49A7-A294-E71B7694E80C}" dt="2025-05-08T21:23:26.012" v="3644" actId="47"/>
        <pc:sldMkLst>
          <pc:docMk/>
          <pc:sldMk cId="878473937" sldId="2147474034"/>
        </pc:sldMkLst>
      </pc:sldChg>
      <pc:sldChg chg="addSp delSp modSp add mod">
        <pc:chgData name="Pablo Sanz" userId="b60748b7-f2df-4c57-9ffa-ce60a404c4fa" providerId="ADAL" clId="{3445D012-336F-49A7-A294-E71B7694E80C}" dt="2025-05-12T06:04:47.835" v="3759" actId="14100"/>
        <pc:sldMkLst>
          <pc:docMk/>
          <pc:sldMk cId="3515729321" sldId="2147474034"/>
        </pc:sldMkLst>
      </pc:sldChg>
      <pc:sldChg chg="modSp add mod">
        <pc:chgData name="Pablo Sanz" userId="b60748b7-f2df-4c57-9ffa-ce60a404c4fa" providerId="ADAL" clId="{3445D012-336F-49A7-A294-E71B7694E80C}" dt="2025-05-12T06:09:50.443" v="3771" actId="27636"/>
        <pc:sldMkLst>
          <pc:docMk/>
          <pc:sldMk cId="1441960302" sldId="2147474035"/>
        </pc:sldMkLst>
        <pc:spChg chg="mod">
          <ac:chgData name="Pablo Sanz" userId="b60748b7-f2df-4c57-9ffa-ce60a404c4fa" providerId="ADAL" clId="{3445D012-336F-49A7-A294-E71B7694E80C}" dt="2025-05-12T06:09:50.443" v="3771" actId="27636"/>
          <ac:spMkLst>
            <pc:docMk/>
            <pc:sldMk cId="1441960302" sldId="2147474035"/>
            <ac:spMk id="5" creationId="{24116F66-4545-87CE-AFA6-4CB55FB9B0A3}"/>
          </ac:spMkLst>
        </pc:spChg>
      </pc:sldChg>
      <pc:sldChg chg="modSp add mod">
        <pc:chgData name="Pablo Sanz" userId="b60748b7-f2df-4c57-9ffa-ce60a404c4fa" providerId="ADAL" clId="{3445D012-336F-49A7-A294-E71B7694E80C}" dt="2025-05-23T10:32:42.474" v="4532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3445D012-336F-49A7-A294-E71B7694E80C}" dt="2025-05-12T06:17:23.662" v="3778" actId="27636"/>
          <ac:spMkLst>
            <pc:docMk/>
            <pc:sldMk cId="3633853361" sldId="2147474036"/>
            <ac:spMk id="5" creationId="{39421D76-C94E-8B18-D0A0-D46760B17F75}"/>
          </ac:spMkLst>
        </pc:spChg>
        <pc:spChg chg="mod">
          <ac:chgData name="Pablo Sanz" userId="b60748b7-f2df-4c57-9ffa-ce60a404c4fa" providerId="ADAL" clId="{3445D012-336F-49A7-A294-E71B7694E80C}" dt="2025-05-23T10:32:42.474" v="4532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add mod">
        <pc:chgData name="Pablo Sanz" userId="b60748b7-f2df-4c57-9ffa-ce60a404c4fa" providerId="ADAL" clId="{3445D012-336F-49A7-A294-E71B7694E80C}" dt="2025-05-12T06:26:59.339" v="4076" actId="20577"/>
        <pc:sldMkLst>
          <pc:docMk/>
          <pc:sldMk cId="4254767141" sldId="2147474037"/>
        </pc:sldMkLst>
        <pc:spChg chg="mod">
          <ac:chgData name="Pablo Sanz" userId="b60748b7-f2df-4c57-9ffa-ce60a404c4fa" providerId="ADAL" clId="{3445D012-336F-49A7-A294-E71B7694E80C}" dt="2025-05-12T06:26:59.339" v="4076" actId="20577"/>
          <ac:spMkLst>
            <pc:docMk/>
            <pc:sldMk cId="4254767141" sldId="2147474037"/>
            <ac:spMk id="6" creationId="{7E7CDFE8-0CDD-974E-A38D-2968E0522905}"/>
          </ac:spMkLst>
        </pc:spChg>
      </pc:sldChg>
      <pc:sldChg chg="addSp delSp modSp add mod">
        <pc:chgData name="Pablo Sanz" userId="b60748b7-f2df-4c57-9ffa-ce60a404c4fa" providerId="ADAL" clId="{3445D012-336F-49A7-A294-E71B7694E80C}" dt="2025-05-12T06:45:25.291" v="4416" actId="12788"/>
        <pc:sldMkLst>
          <pc:docMk/>
          <pc:sldMk cId="2509343801" sldId="2147474038"/>
        </pc:sldMkLst>
        <pc:spChg chg="mod">
          <ac:chgData name="Pablo Sanz" userId="b60748b7-f2df-4c57-9ffa-ce60a404c4fa" providerId="ADAL" clId="{3445D012-336F-49A7-A294-E71B7694E80C}" dt="2025-05-12T06:29:56.707" v="4150" actId="20577"/>
          <ac:spMkLst>
            <pc:docMk/>
            <pc:sldMk cId="2509343801" sldId="2147474038"/>
            <ac:spMk id="5" creationId="{B2CBA6FD-5EA7-F4C5-64B4-0BB2D088A1AA}"/>
          </ac:spMkLst>
        </pc:spChg>
        <pc:spChg chg="add mod">
          <ac:chgData name="Pablo Sanz" userId="b60748b7-f2df-4c57-9ffa-ce60a404c4fa" providerId="ADAL" clId="{3445D012-336F-49A7-A294-E71B7694E80C}" dt="2025-05-12T06:45:25.291" v="4416" actId="12788"/>
          <ac:spMkLst>
            <pc:docMk/>
            <pc:sldMk cId="2509343801" sldId="2147474038"/>
            <ac:spMk id="7" creationId="{B52AD4A5-135C-3B93-64F8-595B2D36917C}"/>
          </ac:spMkLst>
        </pc:spChg>
        <pc:spChg chg="add mod">
          <ac:chgData name="Pablo Sanz" userId="b60748b7-f2df-4c57-9ffa-ce60a404c4fa" providerId="ADAL" clId="{3445D012-336F-49A7-A294-E71B7694E80C}" dt="2025-05-12T06:45:22.867" v="4415" actId="12788"/>
          <ac:spMkLst>
            <pc:docMk/>
            <pc:sldMk cId="2509343801" sldId="2147474038"/>
            <ac:spMk id="8" creationId="{A5E5F927-5E49-C36E-DA94-9262CC206DD2}"/>
          </ac:spMkLst>
        </pc:spChg>
        <pc:spChg chg="add mod">
          <ac:chgData name="Pablo Sanz" userId="b60748b7-f2df-4c57-9ffa-ce60a404c4fa" providerId="ADAL" clId="{3445D012-336F-49A7-A294-E71B7694E80C}" dt="2025-05-12T06:45:20.864" v="4414" actId="12788"/>
          <ac:spMkLst>
            <pc:docMk/>
            <pc:sldMk cId="2509343801" sldId="2147474038"/>
            <ac:spMk id="9" creationId="{18210614-5D24-3885-98F2-F056E4336565}"/>
          </ac:spMkLst>
        </pc:spChg>
        <pc:spChg chg="add mod">
          <ac:chgData name="Pablo Sanz" userId="b60748b7-f2df-4c57-9ffa-ce60a404c4fa" providerId="ADAL" clId="{3445D012-336F-49A7-A294-E71B7694E80C}" dt="2025-05-12T06:41:00.143" v="4169" actId="20577"/>
          <ac:spMkLst>
            <pc:docMk/>
            <pc:sldMk cId="2509343801" sldId="2147474038"/>
            <ac:spMk id="10" creationId="{D5A8325F-6F1E-43AD-088F-134EDE176C7E}"/>
          </ac:spMkLst>
        </pc:spChg>
        <pc:spChg chg="add mod">
          <ac:chgData name="Pablo Sanz" userId="b60748b7-f2df-4c57-9ffa-ce60a404c4fa" providerId="ADAL" clId="{3445D012-336F-49A7-A294-E71B7694E80C}" dt="2025-05-12T06:41:04.782" v="4181" actId="20577"/>
          <ac:spMkLst>
            <pc:docMk/>
            <pc:sldMk cId="2509343801" sldId="2147474038"/>
            <ac:spMk id="11" creationId="{7547AB67-5D5E-8C5E-FB7C-F7031F9B5A24}"/>
          </ac:spMkLst>
        </pc:spChg>
        <pc:spChg chg="add mod">
          <ac:chgData name="Pablo Sanz" userId="b60748b7-f2df-4c57-9ffa-ce60a404c4fa" providerId="ADAL" clId="{3445D012-336F-49A7-A294-E71B7694E80C}" dt="2025-05-12T06:41:09.557" v="4192" actId="20577"/>
          <ac:spMkLst>
            <pc:docMk/>
            <pc:sldMk cId="2509343801" sldId="2147474038"/>
            <ac:spMk id="12" creationId="{EEC5A278-4C52-F8F8-8B50-B885E75CCF81}"/>
          </ac:spMkLst>
        </pc:spChg>
        <pc:spChg chg="add mod">
          <ac:chgData name="Pablo Sanz" userId="b60748b7-f2df-4c57-9ffa-ce60a404c4fa" providerId="ADAL" clId="{3445D012-336F-49A7-A294-E71B7694E80C}" dt="2025-05-12T06:41:50.138" v="4259" actId="20577"/>
          <ac:spMkLst>
            <pc:docMk/>
            <pc:sldMk cId="2509343801" sldId="2147474038"/>
            <ac:spMk id="15" creationId="{3E7D5E2F-FD3D-A22D-388C-277D75C5AF56}"/>
          </ac:spMkLst>
        </pc:spChg>
        <pc:spChg chg="add mod">
          <ac:chgData name="Pablo Sanz" userId="b60748b7-f2df-4c57-9ffa-ce60a404c4fa" providerId="ADAL" clId="{3445D012-336F-49A7-A294-E71B7694E80C}" dt="2025-05-12T06:42:02.015" v="4303" actId="20577"/>
          <ac:spMkLst>
            <pc:docMk/>
            <pc:sldMk cId="2509343801" sldId="2147474038"/>
            <ac:spMk id="16" creationId="{BA034CA5-F8CA-26DD-01B4-DD7BEE660FC6}"/>
          </ac:spMkLst>
        </pc:spChg>
        <pc:spChg chg="mod">
          <ac:chgData name="Pablo Sanz" userId="b60748b7-f2df-4c57-9ffa-ce60a404c4fa" providerId="ADAL" clId="{3445D012-336F-49A7-A294-E71B7694E80C}" dt="2025-05-12T06:42:10.391" v="4326" actId="20577"/>
          <ac:spMkLst>
            <pc:docMk/>
            <pc:sldMk cId="2509343801" sldId="2147474038"/>
            <ac:spMk id="17" creationId="{2B8D9E3E-6EE2-D51C-7ABA-9E0234F101F8}"/>
          </ac:spMkLst>
        </pc:spChg>
        <pc:spChg chg="add mod">
          <ac:chgData name="Pablo Sanz" userId="b60748b7-f2df-4c57-9ffa-ce60a404c4fa" providerId="ADAL" clId="{3445D012-336F-49A7-A294-E71B7694E80C}" dt="2025-05-12T06:45:18.833" v="4413" actId="12788"/>
          <ac:spMkLst>
            <pc:docMk/>
            <pc:sldMk cId="2509343801" sldId="2147474038"/>
            <ac:spMk id="18" creationId="{3A7B0DBD-41F6-AB6F-3936-3BF0E7CD6C28}"/>
          </ac:spMkLst>
        </pc:spChg>
        <pc:spChg chg="mod">
          <ac:chgData name="Pablo Sanz" userId="b60748b7-f2df-4c57-9ffa-ce60a404c4fa" providerId="ADAL" clId="{3445D012-336F-49A7-A294-E71B7694E80C}" dt="2025-05-12T06:41:13.315" v="4201" actId="20577"/>
          <ac:spMkLst>
            <pc:docMk/>
            <pc:sldMk cId="2509343801" sldId="2147474038"/>
            <ac:spMk id="19" creationId="{3B7093EA-8DBB-5DA8-F0E7-B523A6BF8012}"/>
          </ac:spMkLst>
        </pc:spChg>
        <pc:spChg chg="add mod">
          <ac:chgData name="Pablo Sanz" userId="b60748b7-f2df-4c57-9ffa-ce60a404c4fa" providerId="ADAL" clId="{3445D012-336F-49A7-A294-E71B7694E80C}" dt="2025-05-12T06:42:28.656" v="4380" actId="20577"/>
          <ac:spMkLst>
            <pc:docMk/>
            <pc:sldMk cId="2509343801" sldId="2147474038"/>
            <ac:spMk id="20" creationId="{8E44C465-6E6E-66FD-7414-71C339B0F84C}"/>
          </ac:spMkLst>
        </pc:spChg>
        <pc:picChg chg="add mod">
          <ac:chgData name="Pablo Sanz" userId="b60748b7-f2df-4c57-9ffa-ce60a404c4fa" providerId="ADAL" clId="{3445D012-336F-49A7-A294-E71B7694E80C}" dt="2025-05-12T06:45:25.291" v="4416" actId="12788"/>
          <ac:picMkLst>
            <pc:docMk/>
            <pc:sldMk cId="2509343801" sldId="2147474038"/>
            <ac:picMk id="35" creationId="{6E1A90F4-76B4-9FA4-7553-36BB88DB725C}"/>
          </ac:picMkLst>
        </pc:picChg>
        <pc:picChg chg="add mod">
          <ac:chgData name="Pablo Sanz" userId="b60748b7-f2df-4c57-9ffa-ce60a404c4fa" providerId="ADAL" clId="{3445D012-336F-49A7-A294-E71B7694E80C}" dt="2025-05-12T06:45:22.867" v="4415" actId="12788"/>
          <ac:picMkLst>
            <pc:docMk/>
            <pc:sldMk cId="2509343801" sldId="2147474038"/>
            <ac:picMk id="37" creationId="{E070BC74-23CE-0EC2-EE54-8EC52A215AE7}"/>
          </ac:picMkLst>
        </pc:picChg>
        <pc:picChg chg="add mod">
          <ac:chgData name="Pablo Sanz" userId="b60748b7-f2df-4c57-9ffa-ce60a404c4fa" providerId="ADAL" clId="{3445D012-336F-49A7-A294-E71B7694E80C}" dt="2025-05-12T06:45:20.864" v="4414" actId="12788"/>
          <ac:picMkLst>
            <pc:docMk/>
            <pc:sldMk cId="2509343801" sldId="2147474038"/>
            <ac:picMk id="47" creationId="{46754110-B73C-3359-95D4-ACDE83E090B7}"/>
          </ac:picMkLst>
        </pc:picChg>
        <pc:picChg chg="add mod">
          <ac:chgData name="Pablo Sanz" userId="b60748b7-f2df-4c57-9ffa-ce60a404c4fa" providerId="ADAL" clId="{3445D012-336F-49A7-A294-E71B7694E80C}" dt="2025-05-12T06:45:18.833" v="4413" actId="12788"/>
          <ac:picMkLst>
            <pc:docMk/>
            <pc:sldMk cId="2509343801" sldId="2147474038"/>
            <ac:picMk id="49" creationId="{EDE129A5-6FC9-8715-835C-62D58F0FE9AB}"/>
          </ac:picMkLst>
        </pc:picChg>
      </pc:sldChg>
      <pc:sldChg chg="delSp add del">
        <pc:chgData name="Pablo Sanz" userId="b60748b7-f2df-4c57-9ffa-ce60a404c4fa" providerId="ADAL" clId="{3445D012-336F-49A7-A294-E71B7694E80C}" dt="2025-05-12T06:40:53.535" v="4156" actId="47"/>
        <pc:sldMkLst>
          <pc:docMk/>
          <pc:sldMk cId="2510353451" sldId="2147474039"/>
        </pc:sldMkLst>
      </pc:sldChg>
      <pc:sldMasterChg chg="delSldLayout">
        <pc:chgData name="Pablo Sanz" userId="b60748b7-f2df-4c57-9ffa-ce60a404c4fa" providerId="ADAL" clId="{3445D012-336F-49A7-A294-E71B7694E80C}" dt="2025-04-26T07:50:11.329" v="1272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3445D012-336F-49A7-A294-E71B7694E80C}" dt="2025-04-26T07:50:11.329" v="1272" actId="47"/>
          <pc:sldLayoutMkLst>
            <pc:docMk/>
            <pc:sldMasterMk cId="2572454742" sldId="2147483653"/>
            <pc:sldLayoutMk cId="2500194487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C93A-67A9-CB85-9EF4-AD8727FF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645D0-D4CE-5A37-8D63-9D51E7588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702B0-4A47-0BC3-8559-3BBCAFA3C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D3E4-4179-67AF-81EF-A869DF784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19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F85D675C-5610-0CDE-8034-2DAE0DF5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>
            <a:extLst>
              <a:ext uri="{FF2B5EF4-FFF2-40B4-BE49-F238E27FC236}">
                <a16:creationId xmlns:a16="http://schemas.microsoft.com/office/drawing/2014/main" id="{D4CBC312-F9F4-5207-4E1C-791CC40CFA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>
            <a:extLst>
              <a:ext uri="{FF2B5EF4-FFF2-40B4-BE49-F238E27FC236}">
                <a16:creationId xmlns:a16="http://schemas.microsoft.com/office/drawing/2014/main" id="{2BBCED17-E18E-5D18-3AFD-3B1C0F90C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003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0B51B35A-739B-3E8F-C379-B618D515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>
            <a:extLst>
              <a:ext uri="{FF2B5EF4-FFF2-40B4-BE49-F238E27FC236}">
                <a16:creationId xmlns:a16="http://schemas.microsoft.com/office/drawing/2014/main" id="{0615E589-D4DB-A8F6-97CE-D89E46206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>
            <a:extLst>
              <a:ext uri="{FF2B5EF4-FFF2-40B4-BE49-F238E27FC236}">
                <a16:creationId xmlns:a16="http://schemas.microsoft.com/office/drawing/2014/main" id="{A6F6B0EB-2838-510C-0E94-A65CD0AE6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401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E25AC038-E795-BE7A-EEB9-F19F9788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>
            <a:extLst>
              <a:ext uri="{FF2B5EF4-FFF2-40B4-BE49-F238E27FC236}">
                <a16:creationId xmlns:a16="http://schemas.microsoft.com/office/drawing/2014/main" id="{32E8D839-582A-BC28-0211-9360A75F8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>
            <a:extLst>
              <a:ext uri="{FF2B5EF4-FFF2-40B4-BE49-F238E27FC236}">
                <a16:creationId xmlns:a16="http://schemas.microsoft.com/office/drawing/2014/main" id="{1EFADA3D-C8E5-D94E-643A-1AA7F2904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2311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CBEA-9671-2941-2883-507B6AEEA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4D742-C2B3-4434-117D-27FA7DB52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69A3F-22DA-7D2B-DE96-394DF4BB4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C442A-8F22-16E6-9164-6B9851D07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0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E8285B-9CBD-969A-D600-5F0DE2D82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712" y="1412776"/>
            <a:ext cx="6312476" cy="3263504"/>
          </a:xfrm>
        </p:spPr>
        <p:txBody>
          <a:bodyPr>
            <a:norm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s-ES" sz="1200" b="1" dirty="0">
                <a:latin typeface="Montserrat SemiBold" panose="00000700000000000000" pitchFamily="2" charset="0"/>
              </a:rPr>
              <a:t>Orquestación y </a:t>
            </a:r>
            <a:r>
              <a:rPr lang="es-ES" sz="1200" b="1" dirty="0" err="1">
                <a:latin typeface="Montserrat SemiBold" panose="00000700000000000000" pitchFamily="2" charset="0"/>
              </a:rPr>
              <a:t>Workflow</a:t>
            </a:r>
            <a:endParaRPr lang="es-ES" sz="1200" b="1" dirty="0">
              <a:latin typeface="Montserrat SemiBold" panose="00000700000000000000" pitchFamily="2" charset="0"/>
            </a:endParaRPr>
          </a:p>
          <a:p>
            <a:pPr marL="728663" lvl="1" indent="-385763">
              <a:buFont typeface="+mj-lt"/>
              <a:buAutoNum type="arabicPeriod"/>
            </a:pPr>
            <a:r>
              <a:rPr lang="es-ES" sz="1050" dirty="0">
                <a:latin typeface="Montserrat" panose="00000500000000000000" pitchFamily="2" charset="0"/>
              </a:rPr>
              <a:t>ETL</a:t>
            </a:r>
          </a:p>
          <a:p>
            <a:pPr marL="1071563" lvl="2" indent="-385763">
              <a:buFont typeface="+mj-lt"/>
              <a:buAutoNum type="arabicPeriod"/>
            </a:pPr>
            <a:r>
              <a:rPr lang="es-ES" sz="900" dirty="0">
                <a:latin typeface="Montserrat" panose="00000500000000000000" pitchFamily="2" charset="0"/>
              </a:rPr>
              <a:t>Qué es</a:t>
            </a:r>
          </a:p>
          <a:p>
            <a:pPr marL="1071563" lvl="2" indent="-385763">
              <a:buFont typeface="+mj-lt"/>
              <a:buAutoNum type="arabicPeriod"/>
            </a:pPr>
            <a:r>
              <a:rPr lang="es-ES" sz="900" dirty="0">
                <a:latin typeface="Montserrat" panose="00000500000000000000" pitchFamily="2" charset="0"/>
              </a:rPr>
              <a:t>Tipos de E,T y L</a:t>
            </a:r>
          </a:p>
          <a:p>
            <a:pPr marL="728663" lvl="1" indent="-385763">
              <a:buFont typeface="+mj-lt"/>
              <a:buAutoNum type="arabicPeriod"/>
            </a:pPr>
            <a:r>
              <a:rPr lang="es-ES" sz="1050" dirty="0">
                <a:latin typeface="Montserrat" panose="00000500000000000000" pitchFamily="2" charset="0"/>
              </a:rPr>
              <a:t>Arquitectura Medallón</a:t>
            </a:r>
          </a:p>
          <a:p>
            <a:pPr marL="728663" lvl="1" indent="-385763">
              <a:buFont typeface="+mj-lt"/>
              <a:buAutoNum type="arabicPeriod"/>
            </a:pPr>
            <a:r>
              <a:rPr lang="es-ES" sz="1050" dirty="0" err="1">
                <a:latin typeface="Montserrat" panose="00000500000000000000" pitchFamily="2" charset="0"/>
              </a:rPr>
              <a:t>Modeo</a:t>
            </a:r>
            <a:r>
              <a:rPr lang="es-ES" sz="1050" dirty="0">
                <a:latin typeface="Montserrat" panose="00000500000000000000" pitchFamily="2" charset="0"/>
              </a:rPr>
              <a:t> de Estrella</a:t>
            </a:r>
          </a:p>
          <a:p>
            <a:pPr marL="728663" lvl="1" indent="-385763">
              <a:buFont typeface="+mj-lt"/>
              <a:buAutoNum type="arabicPeriod"/>
            </a:pPr>
            <a:endParaRPr lang="es-ES" sz="1050" dirty="0">
              <a:latin typeface="Montserrat" panose="00000500000000000000" pitchFamily="2" charset="0"/>
            </a:endParaRPr>
          </a:p>
          <a:p>
            <a:pPr marL="385763" indent="-385763">
              <a:buFont typeface="+mj-lt"/>
              <a:buAutoNum type="arabicPeriod"/>
            </a:pPr>
            <a:r>
              <a:rPr lang="es-ES" sz="1200" dirty="0">
                <a:latin typeface="Montserrat SemiBold" panose="00000700000000000000" pitchFamily="2" charset="0"/>
              </a:rPr>
              <a:t>Demo Orquestación y </a:t>
            </a:r>
            <a:r>
              <a:rPr lang="es-ES" sz="1200" dirty="0" err="1">
                <a:latin typeface="Montserrat SemiBold" panose="00000700000000000000" pitchFamily="2" charset="0"/>
              </a:rPr>
              <a:t>Worklow</a:t>
            </a:r>
            <a:endParaRPr lang="es-ES" sz="1200" dirty="0">
              <a:latin typeface="Montserrat SemiBold" panose="00000700000000000000" pitchFamily="2" charset="0"/>
            </a:endParaRPr>
          </a:p>
          <a:p>
            <a:pPr marL="385763" indent="-385763">
              <a:buFont typeface="+mj-lt"/>
              <a:buAutoNum type="arabicPeriod"/>
            </a:pPr>
            <a:endParaRPr lang="es-ES" dirty="0"/>
          </a:p>
          <a:p>
            <a:pPr marL="385763" indent="-385763">
              <a:buFont typeface="+mj-lt"/>
              <a:buAutoNum type="arabicPeriod"/>
            </a:pPr>
            <a:r>
              <a:rPr lang="es-ES" sz="1200" b="1" dirty="0" err="1">
                <a:latin typeface="Montserrat SemiBold" panose="00000700000000000000" pitchFamily="2" charset="0"/>
              </a:rPr>
              <a:t>Optimizacion</a:t>
            </a:r>
            <a:endParaRPr lang="es-ES" sz="1200" b="1" dirty="0">
              <a:latin typeface="Montserrat SemiBold" panose="00000700000000000000" pitchFamily="2" charset="0"/>
            </a:endParaRPr>
          </a:p>
          <a:p>
            <a:pPr marL="728663" lvl="1" indent="-385763">
              <a:buFont typeface="+mj-lt"/>
              <a:buAutoNum type="arabicPeriod"/>
            </a:pPr>
            <a:r>
              <a:rPr lang="es-ES" sz="1050" dirty="0" err="1">
                <a:latin typeface="Montserrat" panose="00000500000000000000" pitchFamily="2" charset="0"/>
              </a:rPr>
              <a:t>Lazy</a:t>
            </a:r>
            <a:r>
              <a:rPr lang="es-ES" sz="1050" dirty="0">
                <a:latin typeface="Montserrat" panose="00000500000000000000" pitchFamily="2" charset="0"/>
              </a:rPr>
              <a:t> Spark: Acciones vs </a:t>
            </a:r>
            <a:r>
              <a:rPr lang="es-ES" sz="1050" dirty="0" err="1">
                <a:latin typeface="Montserrat" panose="00000500000000000000" pitchFamily="2" charset="0"/>
              </a:rPr>
              <a:t>Transformacions</a:t>
            </a:r>
            <a:endParaRPr lang="es-ES" sz="1050" dirty="0">
              <a:latin typeface="Montserrat" panose="00000500000000000000" pitchFamily="2" charset="0"/>
            </a:endParaRPr>
          </a:p>
          <a:p>
            <a:pPr marL="728663" lvl="1" indent="-385763">
              <a:buFont typeface="+mj-lt"/>
              <a:buAutoNum type="arabicPeriod"/>
            </a:pPr>
            <a:r>
              <a:rPr lang="es-ES" sz="1050" dirty="0" err="1">
                <a:latin typeface="Montserrat" panose="00000500000000000000" pitchFamily="2" charset="0"/>
              </a:rPr>
              <a:t>Transformacions</a:t>
            </a:r>
            <a:r>
              <a:rPr lang="es-ES" sz="1050" dirty="0">
                <a:latin typeface="Montserrat" panose="00000500000000000000" pitchFamily="2" charset="0"/>
              </a:rPr>
              <a:t> Wide vs Narrow</a:t>
            </a:r>
          </a:p>
        </p:txBody>
      </p:sp>
      <p:sp>
        <p:nvSpPr>
          <p:cNvPr id="8" name="Google Shape;93;p8">
            <a:extLst>
              <a:ext uri="{FF2B5EF4-FFF2-40B4-BE49-F238E27FC236}">
                <a16:creationId xmlns:a16="http://schemas.microsoft.com/office/drawing/2014/main" id="{82E3042B-E735-FE60-1480-EFE97FEA5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20" y="404664"/>
            <a:ext cx="5915025" cy="4076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Indice</a:t>
            </a:r>
            <a:r>
              <a:rPr lang="es-E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de la Sesión</a:t>
            </a:r>
          </a:p>
        </p:txBody>
      </p:sp>
    </p:spTree>
    <p:extLst>
      <p:ext uri="{BB962C8B-B14F-4D97-AF65-F5344CB8AC3E}">
        <p14:creationId xmlns:p14="http://schemas.microsoft.com/office/powerpoint/2010/main" val="286401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A4C52-9C9F-0019-44A9-4DAA6C4D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3EC41256-52BF-1F8E-7D95-917A4A8FF9F7}"/>
              </a:ext>
            </a:extLst>
          </p:cNvPr>
          <p:cNvSpPr txBox="1"/>
          <p:nvPr/>
        </p:nvSpPr>
        <p:spPr>
          <a:xfrm>
            <a:off x="3059832" y="2708920"/>
            <a:ext cx="2349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  <a:latin typeface="Montserrat" panose="00000500000000000000" pitchFamily="2" charset="0"/>
              </a:rPr>
              <a:t>ORQUESTACIÓN </a:t>
            </a:r>
          </a:p>
          <a:p>
            <a:pPr algn="ctr"/>
            <a:r>
              <a:rPr lang="es-ES" dirty="0">
                <a:solidFill>
                  <a:schemeClr val="bg1"/>
                </a:solidFill>
                <a:latin typeface="Montserrat" panose="00000500000000000000" pitchFamily="2" charset="0"/>
              </a:rPr>
              <a:t>&amp;</a:t>
            </a:r>
          </a:p>
          <a:p>
            <a:pPr algn="ctr"/>
            <a:r>
              <a:rPr lang="es-ES" dirty="0">
                <a:solidFill>
                  <a:schemeClr val="bg1"/>
                </a:solidFill>
                <a:latin typeface="Montserrat" panose="00000500000000000000" pitchFamily="2" charset="0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50836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79512" y="476672"/>
            <a:ext cx="5915025" cy="4076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400" dirty="0">
                <a:latin typeface="Montserrat" panose="00000500000000000000" pitchFamily="2" charset="0"/>
              </a:rPr>
              <a:t>ETL </a:t>
            </a:r>
            <a:r>
              <a:rPr lang="es-E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| </a:t>
            </a:r>
            <a:r>
              <a:rPr lang="es-ES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Extract</a:t>
            </a:r>
            <a:r>
              <a:rPr lang="es-E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s-ES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Transform</a:t>
            </a:r>
            <a:r>
              <a:rPr lang="es-E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Load</a:t>
            </a:r>
          </a:p>
        </p:txBody>
      </p:sp>
      <p:grpSp>
        <p:nvGrpSpPr>
          <p:cNvPr id="94" name="Google Shape;94;p8"/>
          <p:cNvGrpSpPr/>
          <p:nvPr/>
        </p:nvGrpSpPr>
        <p:grpSpPr>
          <a:xfrm>
            <a:off x="1043608" y="2036699"/>
            <a:ext cx="6768752" cy="2784602"/>
            <a:chOff x="831133" y="1636411"/>
            <a:chExt cx="7401841" cy="3079071"/>
          </a:xfrm>
        </p:grpSpPr>
        <p:pic>
          <p:nvPicPr>
            <p:cNvPr id="95" name="Google Shape;95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87544" y="1636411"/>
              <a:ext cx="1204913" cy="1204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52680" y="2147305"/>
              <a:ext cx="978693" cy="978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1135" y="1782975"/>
              <a:ext cx="364331" cy="364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1134" y="2454487"/>
              <a:ext cx="364331" cy="364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1133" y="3125998"/>
              <a:ext cx="364331" cy="36433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0" name="Google Shape;100;p8"/>
            <p:cNvCxnSpPr>
              <a:stCxn id="97" idx="3"/>
              <a:endCxn id="96" idx="1"/>
            </p:cNvCxnSpPr>
            <p:nvPr/>
          </p:nvCxnSpPr>
          <p:spPr>
            <a:xfrm>
              <a:off x="1195466" y="1965141"/>
              <a:ext cx="557100" cy="671400"/>
            </a:xfrm>
            <a:prstGeom prst="bentConnector3">
              <a:avLst>
                <a:gd name="adj1" fmla="val 50000"/>
              </a:avLst>
            </a:pr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8"/>
            <p:cNvCxnSpPr>
              <a:stCxn id="98" idx="3"/>
              <a:endCxn id="96" idx="1"/>
            </p:cNvCxnSpPr>
            <p:nvPr/>
          </p:nvCxnSpPr>
          <p:spPr>
            <a:xfrm>
              <a:off x="1195465" y="2636653"/>
              <a:ext cx="557100" cy="0"/>
            </a:xfrm>
            <a:prstGeom prst="straightConnector1">
              <a:avLst/>
            </a:pr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8"/>
            <p:cNvCxnSpPr>
              <a:stCxn id="99" idx="3"/>
              <a:endCxn id="96" idx="1"/>
            </p:cNvCxnSpPr>
            <p:nvPr/>
          </p:nvCxnSpPr>
          <p:spPr>
            <a:xfrm rot="10800000" flipH="1">
              <a:off x="1195464" y="2636764"/>
              <a:ext cx="557100" cy="671400"/>
            </a:xfrm>
            <a:prstGeom prst="bentConnector3">
              <a:avLst>
                <a:gd name="adj1" fmla="val 50000"/>
              </a:avLst>
            </a:pr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03" name="Google Shape;103;p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067944" y="2060848"/>
              <a:ext cx="1247315" cy="1247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34783" y="2527687"/>
              <a:ext cx="313637" cy="31363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5" name="Google Shape;105;p8"/>
            <p:cNvCxnSpPr/>
            <p:nvPr/>
          </p:nvCxnSpPr>
          <p:spPr>
            <a:xfrm>
              <a:off x="3002835" y="2636651"/>
              <a:ext cx="778669" cy="0"/>
            </a:xfrm>
            <a:prstGeom prst="straightConnector1">
              <a:avLst/>
            </a:prstGeom>
            <a:noFill/>
            <a:ln w="57150" cap="rnd" cmpd="sng">
              <a:solidFill>
                <a:schemeClr val="accent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pic>
          <p:nvPicPr>
            <p:cNvPr id="106" name="Google Shape;10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922268" y="2684505"/>
              <a:ext cx="735464" cy="73546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" name="Google Shape;107;p8"/>
            <p:cNvCxnSpPr/>
            <p:nvPr/>
          </p:nvCxnSpPr>
          <p:spPr>
            <a:xfrm>
              <a:off x="5574585" y="2636651"/>
              <a:ext cx="778669" cy="0"/>
            </a:xfrm>
            <a:prstGeom prst="straightConnector1">
              <a:avLst/>
            </a:prstGeom>
            <a:noFill/>
            <a:ln w="57150" cap="rnd" cmpd="sng">
              <a:solidFill>
                <a:schemeClr val="accent3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08" name="Google Shape;108;p8"/>
            <p:cNvSpPr/>
            <p:nvPr/>
          </p:nvSpPr>
          <p:spPr>
            <a:xfrm>
              <a:off x="7091117" y="2393763"/>
              <a:ext cx="397767" cy="48577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381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endParaRPr sz="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 txBox="1"/>
            <p:nvPr/>
          </p:nvSpPr>
          <p:spPr>
            <a:xfrm>
              <a:off x="1116885" y="3565340"/>
              <a:ext cx="1885950" cy="115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r>
                <a:rPr lang="es-ES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Extract</a:t>
              </a:r>
              <a:endParaRPr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s-ES" sz="105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Recolecta y valida los datos de diferentes fuentes</a:t>
              </a:r>
              <a:endParaRPr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 txBox="1"/>
            <p:nvPr/>
          </p:nvSpPr>
          <p:spPr>
            <a:xfrm>
              <a:off x="3748625" y="3565340"/>
              <a:ext cx="1885950" cy="115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r>
                <a:rPr lang="es-ES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Transform</a:t>
              </a:r>
              <a:endParaRPr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s-ES" sz="105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Procesa y organiza los datos extraídos para convertirlos en útiles</a:t>
              </a:r>
              <a:endParaRPr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 txBox="1"/>
            <p:nvPr/>
          </p:nvSpPr>
          <p:spPr>
            <a:xfrm>
              <a:off x="6347024" y="3565340"/>
              <a:ext cx="1885950" cy="11501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r>
                <a:rPr lang="es-ES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Load</a:t>
              </a:r>
              <a:endParaRPr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/>
              <a:r>
                <a:rPr lang="es-ES" sz="105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Mueve los datos transformados a un repositorio</a:t>
              </a:r>
              <a:endParaRPr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>
            <a:spLocks noGrp="1"/>
          </p:cNvSpPr>
          <p:nvPr>
            <p:ph type="title"/>
          </p:nvPr>
        </p:nvSpPr>
        <p:spPr>
          <a:xfrm>
            <a:off x="179512" y="448383"/>
            <a:ext cx="5915025" cy="4076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400" dirty="0">
                <a:latin typeface="Montserrat" panose="00000500000000000000" pitchFamily="2" charset="0"/>
              </a:rPr>
              <a:t>ETL </a:t>
            </a:r>
            <a:r>
              <a:rPr lang="es-ES" sz="1400" dirty="0">
                <a:solidFill>
                  <a:schemeClr val="accent1"/>
                </a:solidFill>
                <a:latin typeface="Montserrat" panose="00000500000000000000" pitchFamily="2" charset="0"/>
              </a:rPr>
              <a:t>| Tipos de Extracciones 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1445761" y="1539625"/>
            <a:ext cx="1716291" cy="3019640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3368924" y="1539625"/>
            <a:ext cx="1716291" cy="3019640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5292087" y="1539625"/>
            <a:ext cx="1716291" cy="3019640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1646210" y="1773290"/>
            <a:ext cx="1315395" cy="53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5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Total</a:t>
            </a:r>
            <a:endParaRPr sz="1350"/>
          </a:p>
        </p:txBody>
      </p:sp>
      <p:sp>
        <p:nvSpPr>
          <p:cNvPr id="121" name="Google Shape;121;p9"/>
          <p:cNvSpPr txBox="1"/>
          <p:nvPr/>
        </p:nvSpPr>
        <p:spPr>
          <a:xfrm>
            <a:off x="3536743" y="1773290"/>
            <a:ext cx="1380656" cy="53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5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incremental</a:t>
            </a:r>
            <a:endParaRPr sz="1350"/>
          </a:p>
        </p:txBody>
      </p:sp>
      <p:sp>
        <p:nvSpPr>
          <p:cNvPr id="122" name="Google Shape;122;p9"/>
          <p:cNvSpPr txBox="1"/>
          <p:nvPr/>
        </p:nvSpPr>
        <p:spPr>
          <a:xfrm>
            <a:off x="5492536" y="1773290"/>
            <a:ext cx="1315395" cy="537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5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en tiempo real</a:t>
            </a:r>
            <a:endParaRPr sz="1350"/>
          </a:p>
        </p:txBody>
      </p:sp>
      <p:sp>
        <p:nvSpPr>
          <p:cNvPr id="123" name="Google Shape;123;p9"/>
          <p:cNvSpPr txBox="1"/>
          <p:nvPr/>
        </p:nvSpPr>
        <p:spPr>
          <a:xfrm>
            <a:off x="1445760" y="3321806"/>
            <a:ext cx="1716291" cy="1237456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150019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 inicial</a:t>
            </a:r>
            <a:endParaRPr sz="1350"/>
          </a:p>
          <a:p>
            <a:pPr marL="150019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Tablas fijas</a:t>
            </a:r>
            <a:endParaRPr sz="1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0019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Migraciones, datasets históricos, … </a:t>
            </a:r>
            <a:endParaRPr sz="1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3368921" y="3321805"/>
            <a:ext cx="1716291" cy="1237455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96441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Datos nuevos desde la última carga</a:t>
            </a:r>
            <a:endParaRPr sz="1350"/>
          </a:p>
          <a:p>
            <a:pPr marL="96441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Columna de partición</a:t>
            </a:r>
            <a:endParaRPr sz="1350"/>
          </a:p>
          <a:p>
            <a:pPr marL="96441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Cargas diarias, semanales, …</a:t>
            </a:r>
            <a:endParaRPr sz="788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 txBox="1"/>
          <p:nvPr/>
        </p:nvSpPr>
        <p:spPr>
          <a:xfrm>
            <a:off x="5292080" y="3321807"/>
            <a:ext cx="1716291" cy="1237454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96441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Los datos se procesan y almacenan en cuanto están disponibles</a:t>
            </a:r>
            <a:endParaRPr sz="1350"/>
          </a:p>
          <a:p>
            <a:pPr marL="96441" indent="-96441">
              <a:buClr>
                <a:srgbClr val="323F4F"/>
              </a:buClr>
              <a:buSzPts val="1600"/>
              <a:buFont typeface="Arial"/>
              <a:buChar char="•"/>
            </a:pPr>
            <a:r>
              <a:rPr lang="es-ES" sz="12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Herramientas específicas</a:t>
            </a:r>
            <a:endParaRPr sz="1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25" y="2384498"/>
            <a:ext cx="492965" cy="50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0587" y="2384498"/>
            <a:ext cx="492965" cy="50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3751" y="2384498"/>
            <a:ext cx="492965" cy="50837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/>
        </p:nvSpPr>
        <p:spPr>
          <a:xfrm>
            <a:off x="1331640" y="4882770"/>
            <a:ext cx="5711825" cy="21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r>
              <a:rPr lang="es-ES" sz="12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En la parte práctica veremos los diferentes orígenes que existen (</a:t>
            </a:r>
            <a:r>
              <a:rPr lang="es-ES" sz="1200" dirty="0" err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r>
              <a:rPr lang="es-ES" sz="12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ES" sz="1200" dirty="0" err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lang="es-ES" sz="12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, bases de datos)</a:t>
            </a:r>
            <a:endParaRPr sz="788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2995485" y="1404624"/>
            <a:ext cx="270000" cy="270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D40D34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911505" y="1404624"/>
            <a:ext cx="270000" cy="270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D40D34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title"/>
          </p:nvPr>
        </p:nvSpPr>
        <p:spPr>
          <a:xfrm>
            <a:off x="128631" y="332656"/>
            <a:ext cx="5915025" cy="4076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400" dirty="0">
                <a:latin typeface="Montserrat" panose="00000500000000000000" pitchFamily="2" charset="0"/>
              </a:rPr>
              <a:t>ETL </a:t>
            </a:r>
            <a:r>
              <a:rPr lang="es-ES" sz="1400" dirty="0">
                <a:solidFill>
                  <a:schemeClr val="accent1"/>
                </a:solidFill>
                <a:latin typeface="Montserrat" panose="00000500000000000000" pitchFamily="2" charset="0"/>
              </a:rPr>
              <a:t>| Tipos de Transformaciones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287046" y="1619866"/>
            <a:ext cx="1152533" cy="2862318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2578500" y="1619866"/>
            <a:ext cx="1152533" cy="2862318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869953" y="1619866"/>
            <a:ext cx="1152533" cy="2862318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336811" y="1809854"/>
            <a:ext cx="1053000" cy="43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2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Limpieza de Datos</a:t>
            </a:r>
            <a:endParaRPr sz="1350"/>
          </a:p>
        </p:txBody>
      </p:sp>
      <p:sp>
        <p:nvSpPr>
          <p:cNvPr id="142" name="Google Shape;142;p10"/>
          <p:cNvSpPr txBox="1"/>
          <p:nvPr/>
        </p:nvSpPr>
        <p:spPr>
          <a:xfrm>
            <a:off x="2628265" y="1809861"/>
            <a:ext cx="1053000" cy="43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2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Filtrado</a:t>
            </a:r>
            <a:endParaRPr sz="1350"/>
          </a:p>
        </p:txBody>
      </p:sp>
      <p:sp>
        <p:nvSpPr>
          <p:cNvPr id="143" name="Google Shape;143;p10"/>
          <p:cNvSpPr txBox="1"/>
          <p:nvPr/>
        </p:nvSpPr>
        <p:spPr>
          <a:xfrm>
            <a:off x="3919718" y="1809861"/>
            <a:ext cx="1053000" cy="43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2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Unificación</a:t>
            </a:r>
            <a:endParaRPr sz="1350"/>
          </a:p>
        </p:txBody>
      </p:sp>
      <p:sp>
        <p:nvSpPr>
          <p:cNvPr id="144" name="Google Shape;144;p10"/>
          <p:cNvSpPr txBox="1"/>
          <p:nvPr/>
        </p:nvSpPr>
        <p:spPr>
          <a:xfrm>
            <a:off x="1287045" y="3068966"/>
            <a:ext cx="1152533" cy="1413221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150019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Eliminación valores nulos</a:t>
            </a:r>
            <a:endParaRPr sz="1350"/>
          </a:p>
          <a:p>
            <a:pPr marL="150019" indent="-29766">
              <a:buClr>
                <a:schemeClr val="lt1"/>
              </a:buClr>
              <a:buSzPts val="1400"/>
            </a:pP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0019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Eliminación duplicados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2578496" y="3068966"/>
            <a:ext cx="1152533" cy="1413220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Filtrado por reglas</a:t>
            </a:r>
            <a:endParaRPr sz="1350"/>
          </a:p>
          <a:p>
            <a:pPr marL="96441" indent="-29765">
              <a:buClr>
                <a:schemeClr val="dk1"/>
              </a:buClr>
              <a:buSzPts val="1400"/>
            </a:pP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Filtrado por tiempo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3869947" y="3068968"/>
            <a:ext cx="1152533" cy="141321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Conversión de tipos</a:t>
            </a:r>
            <a:endParaRPr sz="1350"/>
          </a:p>
          <a:p>
            <a:pPr marL="96441" indent="-29765">
              <a:buClr>
                <a:schemeClr val="dk1"/>
              </a:buClr>
              <a:buSzPts val="1400"/>
            </a:pP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Mapeo de columnas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157088" y="1619862"/>
            <a:ext cx="1152533" cy="2862318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5206853" y="1809858"/>
            <a:ext cx="1053000" cy="43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2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Operaciones</a:t>
            </a:r>
            <a:endParaRPr sz="1350"/>
          </a:p>
        </p:txBody>
      </p:sp>
      <p:sp>
        <p:nvSpPr>
          <p:cNvPr id="149" name="Google Shape;149;p10"/>
          <p:cNvSpPr txBox="1"/>
          <p:nvPr/>
        </p:nvSpPr>
        <p:spPr>
          <a:xfrm>
            <a:off x="5157082" y="3068964"/>
            <a:ext cx="1152533" cy="141321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Agregaciones</a:t>
            </a:r>
            <a:endParaRPr sz="1350"/>
          </a:p>
          <a:p>
            <a:pPr marL="96441" indent="-29765">
              <a:buClr>
                <a:schemeClr val="dk1"/>
              </a:buClr>
              <a:buSzPts val="1400"/>
            </a:pP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Normalización</a:t>
            </a:r>
            <a:endParaRPr sz="1350"/>
          </a:p>
          <a:p>
            <a:pPr marL="96441" indent="-29765">
              <a:buClr>
                <a:schemeClr val="dk1"/>
              </a:buClr>
              <a:buSzPts val="1400"/>
            </a:pP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Estandarización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444214" y="1619859"/>
            <a:ext cx="1152533" cy="2862318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6493979" y="1809854"/>
            <a:ext cx="1053000" cy="43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r>
              <a:rPr lang="es-ES" sz="12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Anonimización</a:t>
            </a:r>
            <a:endParaRPr sz="1200" b="1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6444208" y="3068960"/>
            <a:ext cx="1152533" cy="141321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96441" indent="-96441">
              <a:buClr>
                <a:srgbClr val="323F4F"/>
              </a:buClr>
              <a:buSzPts val="1400"/>
              <a:buFont typeface="Arial"/>
              <a:buChar char="•"/>
            </a:pPr>
            <a:r>
              <a:rPr lang="es-ES" sz="105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Protección de datos sensibles</a:t>
            </a:r>
            <a:endParaRPr sz="105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4903" y="2295777"/>
            <a:ext cx="356288" cy="35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7542" y="2319495"/>
            <a:ext cx="356288" cy="35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7995" y="2347412"/>
            <a:ext cx="314372" cy="310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55902" y="2312146"/>
            <a:ext cx="356288" cy="35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31852" y="2295778"/>
            <a:ext cx="377246" cy="372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>
            <a:spLocks noGrp="1"/>
          </p:cNvSpPr>
          <p:nvPr>
            <p:ph type="title"/>
          </p:nvPr>
        </p:nvSpPr>
        <p:spPr>
          <a:xfrm>
            <a:off x="107504" y="424824"/>
            <a:ext cx="5915025" cy="4076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400" dirty="0">
                <a:latin typeface="Montserrat" panose="00000500000000000000" pitchFamily="2" charset="0"/>
              </a:rPr>
              <a:t>ETL </a:t>
            </a:r>
            <a:r>
              <a:rPr lang="es-ES" sz="1400" dirty="0">
                <a:solidFill>
                  <a:schemeClr val="accent1"/>
                </a:solidFill>
                <a:latin typeface="Montserrat" panose="00000500000000000000" pitchFamily="2" charset="0"/>
              </a:rPr>
              <a:t>| Tipos de Cargas (Load)</a:t>
            </a:r>
            <a:endParaRPr sz="1400" dirty="0">
              <a:latin typeface="Montserrat" panose="00000500000000000000" pitchFamily="2" charset="0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3409068" y="1700809"/>
            <a:ext cx="2053206" cy="2840951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5580112" y="1700808"/>
            <a:ext cx="2053206" cy="2840951"/>
          </a:xfrm>
          <a:prstGeom prst="rect">
            <a:avLst/>
          </a:prstGeom>
          <a:solidFill>
            <a:srgbClr val="D9D9D9">
              <a:alpha val="29803"/>
            </a:srgbClr>
          </a:solidFill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675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3503640" y="3185171"/>
            <a:ext cx="1871153" cy="1177733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78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3500095" y="3316141"/>
            <a:ext cx="1871152" cy="91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r>
              <a:rPr lang="es-ES" sz="1013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 sz="1350"/>
          </a:p>
          <a:p>
            <a:pPr marL="202704" lvl="1" indent="-103585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Grandes volúmenes de datos listos para consulta</a:t>
            </a:r>
            <a:endParaRPr sz="1350"/>
          </a:p>
          <a:p>
            <a:pPr marL="202704" lvl="1" indent="-103585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Snowflake, Google BigQuery</a:t>
            </a:r>
            <a:endParaRPr sz="9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5671139" y="2532418"/>
            <a:ext cx="1871153" cy="1177733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78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5729840" y="2732492"/>
            <a:ext cx="1753751" cy="777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r>
              <a:rPr lang="es-ES" sz="1013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Almacenamiento distribuido</a:t>
            </a:r>
            <a:endParaRPr sz="1350"/>
          </a:p>
          <a:p>
            <a:pPr marL="202704" lvl="1" indent="-103585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Sistemas a gran escala</a:t>
            </a:r>
            <a:endParaRPr sz="1350"/>
          </a:p>
          <a:p>
            <a:pPr marL="202704" lvl="1" indent="-103585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HDFS</a:t>
            </a:r>
            <a:endParaRPr sz="1350"/>
          </a:p>
        </p:txBody>
      </p:sp>
      <p:grpSp>
        <p:nvGrpSpPr>
          <p:cNvPr id="170" name="Google Shape;170;p11"/>
          <p:cNvGrpSpPr/>
          <p:nvPr/>
        </p:nvGrpSpPr>
        <p:grpSpPr>
          <a:xfrm>
            <a:off x="1206604" y="1700808"/>
            <a:ext cx="2053206" cy="2840951"/>
            <a:chOff x="251520" y="1729298"/>
            <a:chExt cx="2737608" cy="3787934"/>
          </a:xfrm>
        </p:grpSpPr>
        <p:sp>
          <p:nvSpPr>
            <p:cNvPr id="171" name="Google Shape;171;p11"/>
            <p:cNvSpPr/>
            <p:nvPr/>
          </p:nvSpPr>
          <p:spPr>
            <a:xfrm>
              <a:off x="251520" y="1729298"/>
              <a:ext cx="2737608" cy="3787934"/>
            </a:xfrm>
            <a:prstGeom prst="rect">
              <a:avLst/>
            </a:prstGeom>
            <a:solidFill>
              <a:srgbClr val="D9D9D9">
                <a:alpha val="29803"/>
              </a:srgbClr>
            </a:solidFill>
            <a:ln w="95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endParaRPr sz="675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363192" y="1919265"/>
              <a:ext cx="2494871" cy="1570311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endParaRPr sz="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 txBox="1"/>
            <p:nvPr/>
          </p:nvSpPr>
          <p:spPr>
            <a:xfrm>
              <a:off x="445200" y="2281245"/>
              <a:ext cx="2338335" cy="846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r>
                <a:rPr lang="es-ES" sz="1013" b="1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Base datos relacionales</a:t>
              </a:r>
              <a:endParaRPr sz="1013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02704" lvl="1" indent="-103585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9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Datos estructurados</a:t>
              </a:r>
              <a:endParaRPr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02704" lvl="1" indent="-103585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9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MySQL, PostgreSQL</a:t>
              </a:r>
              <a:endParaRPr sz="1350"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358467" y="3673881"/>
              <a:ext cx="2494871" cy="1570311"/>
            </a:xfrm>
            <a:prstGeom prst="rect">
              <a:avLst/>
            </a:pr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endParaRPr sz="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445200" y="3752396"/>
              <a:ext cx="2338335" cy="14132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31" tIns="25706" rIns="51431" bIns="25706" anchor="ctr" anchorCtr="0">
              <a:noAutofit/>
            </a:bodyPr>
            <a:lstStyle/>
            <a:p>
              <a:pPr algn="ctr"/>
              <a:r>
                <a:rPr lang="es-ES" sz="1013" b="1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Base datos NoSQL</a:t>
              </a:r>
              <a:endParaRPr sz="1350"/>
            </a:p>
            <a:p>
              <a:pPr marL="202704" lvl="1" indent="-103585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9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Datos semi-estructurados o no estructurados</a:t>
              </a:r>
              <a:endParaRPr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02704" lvl="1" indent="-103585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9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Clave-valor (Redis)</a:t>
              </a:r>
              <a:endParaRPr sz="1350"/>
            </a:p>
            <a:p>
              <a:pPr marL="202704" lvl="1" indent="-103585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9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Documentos (MongoDB)</a:t>
              </a:r>
              <a:endParaRPr sz="1350"/>
            </a:p>
            <a:p>
              <a:pPr marL="202704" lvl="1" indent="-103585">
                <a:buClr>
                  <a:srgbClr val="323F4F"/>
                </a:buClr>
                <a:buSzPts val="1200"/>
                <a:buFont typeface="Arial"/>
                <a:buChar char="•"/>
              </a:pPr>
              <a:r>
                <a:rPr lang="es-ES" sz="900">
                  <a:solidFill>
                    <a:srgbClr val="323F4F"/>
                  </a:solidFill>
                  <a:latin typeface="Calibri"/>
                  <a:ea typeface="Calibri"/>
                  <a:cs typeface="Calibri"/>
                  <a:sym typeface="Calibri"/>
                </a:rPr>
                <a:t>Grafos (Neo4j)</a:t>
              </a:r>
              <a:endParaRPr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/>
          <p:nvPr/>
        </p:nvSpPr>
        <p:spPr>
          <a:xfrm>
            <a:off x="3500096" y="1876468"/>
            <a:ext cx="1871153" cy="1177733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r>
              <a:rPr lang="es-ES" sz="1013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Lakes</a:t>
            </a:r>
            <a:endParaRPr sz="1013" b="1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2704" lvl="1" indent="-103585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Grandes volúmenes de datos en forma “cruda”</a:t>
            </a:r>
            <a:endParaRPr sz="1350"/>
          </a:p>
          <a:p>
            <a:pPr marL="202704" lvl="1" indent="-103585">
              <a:buClr>
                <a:srgbClr val="323F4F"/>
              </a:buClr>
              <a:buSzPts val="1200"/>
              <a:buFont typeface="Arial"/>
              <a:buChar char="•"/>
            </a:pPr>
            <a:r>
              <a:rPr lang="es-ES" sz="9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AWS S3, Azure Data Lake</a:t>
            </a:r>
            <a:endParaRPr sz="1350"/>
          </a:p>
        </p:txBody>
      </p:sp>
      <p:sp>
        <p:nvSpPr>
          <p:cNvPr id="177" name="Google Shape;177;p11"/>
          <p:cNvSpPr/>
          <p:nvPr/>
        </p:nvSpPr>
        <p:spPr>
          <a:xfrm>
            <a:off x="3001917" y="1708283"/>
            <a:ext cx="270000" cy="2700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D40D34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24E4-3DCA-15E1-A13E-7BD2DF2D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ADAD1E5-47E5-65D0-1013-E0982993C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19948"/>
            <a:ext cx="6757988" cy="208490"/>
          </a:xfrm>
        </p:spPr>
        <p:txBody>
          <a:bodyPr>
            <a:noAutofit/>
          </a:bodyPr>
          <a:lstStyle/>
          <a:p>
            <a:r>
              <a:rPr lang="es-ES" sz="1400" dirty="0">
                <a:latin typeface="Montserrat" panose="00000500000000000000" pitchFamily="2" charset="0"/>
              </a:rPr>
              <a:t>Arquitectura de capas </a:t>
            </a:r>
            <a:r>
              <a:rPr lang="es-ES" sz="1400" dirty="0">
                <a:solidFill>
                  <a:schemeClr val="accent1"/>
                </a:solidFill>
                <a:latin typeface="Montserrat" panose="00000500000000000000" pitchFamily="2" charset="0"/>
              </a:rPr>
              <a:t>| Del dato crudo al valor con eficiencia</a:t>
            </a:r>
            <a:endParaRPr lang="es-ES" sz="1400" dirty="0">
              <a:latin typeface="Montserrat" panose="000005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59D7CC-0A4D-88D7-BD07-4670B025E505}"/>
              </a:ext>
            </a:extLst>
          </p:cNvPr>
          <p:cNvGrpSpPr/>
          <p:nvPr/>
        </p:nvGrpSpPr>
        <p:grpSpPr>
          <a:xfrm>
            <a:off x="1187624" y="1628800"/>
            <a:ext cx="6426714" cy="3331850"/>
            <a:chOff x="323528" y="1684050"/>
            <a:chExt cx="8046748" cy="4027177"/>
          </a:xfrm>
        </p:grpSpPr>
        <p:sp>
          <p:nvSpPr>
            <p:cNvPr id="2" name="Rounded Rectangle 147">
              <a:extLst>
                <a:ext uri="{FF2B5EF4-FFF2-40B4-BE49-F238E27FC236}">
                  <a16:creationId xmlns:a16="http://schemas.microsoft.com/office/drawing/2014/main" id="{35CF758F-CBA3-5C42-A274-526AE8592954}"/>
                </a:ext>
              </a:extLst>
            </p:cNvPr>
            <p:cNvSpPr/>
            <p:nvPr/>
          </p:nvSpPr>
          <p:spPr>
            <a:xfrm>
              <a:off x="4167933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287" rIns="0" bIns="10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Entidades de negocio (cliente, producto, transacción, …)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Datos enriquecidos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Agregaciones o cálculos</a:t>
              </a:r>
            </a:p>
          </p:txBody>
        </p:sp>
        <p:sp>
          <p:nvSpPr>
            <p:cNvPr id="3" name="Rounded Rectangle 147">
              <a:extLst>
                <a:ext uri="{FF2B5EF4-FFF2-40B4-BE49-F238E27FC236}">
                  <a16:creationId xmlns:a16="http://schemas.microsoft.com/office/drawing/2014/main" id="{76E030A3-0488-D194-60E0-BD19D2FA47C5}"/>
                </a:ext>
              </a:extLst>
            </p:cNvPr>
            <p:cNvSpPr/>
            <p:nvPr/>
          </p:nvSpPr>
          <p:spPr>
            <a:xfrm rot="5400000">
              <a:off x="2471793" y="536438"/>
              <a:ext cx="458775" cy="2754000"/>
            </a:xfrm>
            <a:prstGeom prst="roundRect">
              <a:avLst>
                <a:gd name="adj" fmla="val 12188"/>
              </a:avLst>
            </a:prstGeom>
            <a:pattFill prst="dkUpDiag">
              <a:fgClr>
                <a:srgbClr val="CC9900"/>
              </a:fgClr>
              <a:bgClr>
                <a:schemeClr val="bg1"/>
              </a:bgClr>
            </a:patt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 b="1" err="1">
                  <a:solidFill>
                    <a:schemeClr val="tx1"/>
                  </a:solidFill>
                  <a:ea typeface="Verdana" panose="020B0604030504040204" pitchFamily="34" charset="0"/>
                </a:rPr>
                <a:t>Staging</a:t>
              </a:r>
              <a:r>
                <a:rPr lang="es-ES" sz="900" b="1">
                  <a:solidFill>
                    <a:schemeClr val="tx1"/>
                  </a:solidFill>
                  <a:ea typeface="Verdana" panose="020B0604030504040204" pitchFamily="34" charset="0"/>
                </a:rPr>
                <a:t> / Bronce</a:t>
              </a:r>
            </a:p>
          </p:txBody>
        </p:sp>
        <p:sp>
          <p:nvSpPr>
            <p:cNvPr id="6" name="Rounded Rectangle 147">
              <a:extLst>
                <a:ext uri="{FF2B5EF4-FFF2-40B4-BE49-F238E27FC236}">
                  <a16:creationId xmlns:a16="http://schemas.microsoft.com/office/drawing/2014/main" id="{05D98174-0762-78AD-2FA6-A1B7214F512F}"/>
                </a:ext>
              </a:extLst>
            </p:cNvPr>
            <p:cNvSpPr/>
            <p:nvPr/>
          </p:nvSpPr>
          <p:spPr>
            <a:xfrm>
              <a:off x="1324181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287" rIns="0" bIns="10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Recogida de las fuentes de datos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Forma original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Auditoría y recuperación de errores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endParaRPr lang="es-ES" sz="788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8" name="Rounded Rectangle 147">
              <a:extLst>
                <a:ext uri="{FF2B5EF4-FFF2-40B4-BE49-F238E27FC236}">
                  <a16:creationId xmlns:a16="http://schemas.microsoft.com/office/drawing/2014/main" id="{69790A0F-EB31-FDA5-2666-D882C68E942A}"/>
                </a:ext>
              </a:extLst>
            </p:cNvPr>
            <p:cNvSpPr/>
            <p:nvPr/>
          </p:nvSpPr>
          <p:spPr>
            <a:xfrm>
              <a:off x="2728181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287" rIns="0" bIns="10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Datos limpios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Preparación inicial para análisis</a:t>
              </a:r>
            </a:p>
          </p:txBody>
        </p:sp>
        <p:sp>
          <p:nvSpPr>
            <p:cNvPr id="9" name="Rounded Rectangle 147">
              <a:extLst>
                <a:ext uri="{FF2B5EF4-FFF2-40B4-BE49-F238E27FC236}">
                  <a16:creationId xmlns:a16="http://schemas.microsoft.com/office/drawing/2014/main" id="{417F7C6F-4C1A-DDD6-6C90-0228FE02ED8A}"/>
                </a:ext>
              </a:extLst>
            </p:cNvPr>
            <p:cNvSpPr/>
            <p:nvPr/>
          </p:nvSpPr>
          <p:spPr>
            <a:xfrm rot="5400000">
              <a:off x="4613546" y="1238438"/>
              <a:ext cx="458775" cy="1350000"/>
            </a:xfrm>
            <a:prstGeom prst="roundRect">
              <a:avLst>
                <a:gd name="adj" fmla="val 12188"/>
              </a:avLst>
            </a:prstGeom>
            <a:pattFill prst="dkUpDiag">
              <a:fgClr>
                <a:schemeClr val="accent1">
                  <a:lumMod val="65000"/>
                </a:schemeClr>
              </a:fgClr>
              <a:bgClr>
                <a:schemeClr val="bg1"/>
              </a:bgClr>
            </a:patt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 b="1">
                  <a:solidFill>
                    <a:schemeClr val="tx1"/>
                  </a:solidFill>
                  <a:ea typeface="Verdana" panose="020B0604030504040204" pitchFamily="34" charset="0"/>
                </a:rPr>
                <a:t>Core / Silver</a:t>
              </a:r>
            </a:p>
          </p:txBody>
        </p:sp>
        <p:sp>
          <p:nvSpPr>
            <p:cNvPr id="10" name="Rounded Rectangle 147">
              <a:extLst>
                <a:ext uri="{FF2B5EF4-FFF2-40B4-BE49-F238E27FC236}">
                  <a16:creationId xmlns:a16="http://schemas.microsoft.com/office/drawing/2014/main" id="{60DCC8E7-614E-8844-6D1C-D40770C02DE8}"/>
                </a:ext>
              </a:extLst>
            </p:cNvPr>
            <p:cNvSpPr/>
            <p:nvPr/>
          </p:nvSpPr>
          <p:spPr>
            <a:xfrm rot="5400000">
              <a:off x="6763888" y="536438"/>
              <a:ext cx="458775" cy="2754000"/>
            </a:xfrm>
            <a:prstGeom prst="roundRect">
              <a:avLst>
                <a:gd name="adj" fmla="val 12188"/>
              </a:avLst>
            </a:prstGeom>
            <a:pattFill prst="dkUpDiag">
              <a:fgClr>
                <a:srgbClr val="FFCC00"/>
              </a:fgClr>
              <a:bgClr>
                <a:schemeClr val="bg1"/>
              </a:bgClr>
            </a:patt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 b="1" err="1">
                  <a:solidFill>
                    <a:schemeClr val="tx1"/>
                  </a:solidFill>
                  <a:ea typeface="Verdana" panose="020B0604030504040204" pitchFamily="34" charset="0"/>
                </a:rPr>
                <a:t>Presentation</a:t>
              </a:r>
              <a:r>
                <a:rPr lang="es-ES" sz="900" b="1">
                  <a:solidFill>
                    <a:schemeClr val="tx1"/>
                  </a:solidFill>
                  <a:ea typeface="Verdana" panose="020B0604030504040204" pitchFamily="34" charset="0"/>
                </a:rPr>
                <a:t> / Gold</a:t>
              </a:r>
            </a:p>
          </p:txBody>
        </p:sp>
        <p:sp>
          <p:nvSpPr>
            <p:cNvPr id="11" name="Rounded Rectangle 147">
              <a:extLst>
                <a:ext uri="{FF2B5EF4-FFF2-40B4-BE49-F238E27FC236}">
                  <a16:creationId xmlns:a16="http://schemas.microsoft.com/office/drawing/2014/main" id="{F45F3A76-1A7F-4943-0D2C-9487F0B9EA96}"/>
                </a:ext>
              </a:extLst>
            </p:cNvPr>
            <p:cNvSpPr/>
            <p:nvPr/>
          </p:nvSpPr>
          <p:spPr>
            <a:xfrm>
              <a:off x="1324181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>
                  <a:solidFill>
                    <a:schemeClr val="tx1"/>
                  </a:solidFill>
                  <a:ea typeface="Verdana" panose="020B0604030504040204" pitchFamily="34" charset="0"/>
                </a:rPr>
                <a:t>Raw</a:t>
              </a:r>
            </a:p>
          </p:txBody>
        </p:sp>
        <p:sp>
          <p:nvSpPr>
            <p:cNvPr id="12" name="Rounded Rectangle 147">
              <a:extLst>
                <a:ext uri="{FF2B5EF4-FFF2-40B4-BE49-F238E27FC236}">
                  <a16:creationId xmlns:a16="http://schemas.microsoft.com/office/drawing/2014/main" id="{BA92C060-526C-B6D2-5A40-EAEF69C33916}"/>
                </a:ext>
              </a:extLst>
            </p:cNvPr>
            <p:cNvSpPr/>
            <p:nvPr/>
          </p:nvSpPr>
          <p:spPr>
            <a:xfrm>
              <a:off x="5616275" y="2836201"/>
              <a:ext cx="1350000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287" rIns="0" bIns="10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Diseñada para ML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Variables listas para entrenamiento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endParaRPr lang="es-ES" sz="788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17" name="Rounded Rectangle 147">
              <a:extLst>
                <a:ext uri="{FF2B5EF4-FFF2-40B4-BE49-F238E27FC236}">
                  <a16:creationId xmlns:a16="http://schemas.microsoft.com/office/drawing/2014/main" id="{88D140D7-7F98-4112-EBE4-F76DF8E49A84}"/>
                </a:ext>
              </a:extLst>
            </p:cNvPr>
            <p:cNvSpPr/>
            <p:nvPr/>
          </p:nvSpPr>
          <p:spPr>
            <a:xfrm>
              <a:off x="7013467" y="2836201"/>
              <a:ext cx="1356809" cy="2321876"/>
            </a:xfrm>
            <a:prstGeom prst="roundRect">
              <a:avLst>
                <a:gd name="adj" fmla="val 12188"/>
              </a:avLst>
            </a:prstGeom>
            <a:solidFill>
              <a:schemeClr val="bg1"/>
            </a:solidFill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0287" rIns="0" bIns="102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Listo para aplicaciones finales</a:t>
              </a:r>
            </a:p>
            <a:p>
              <a:pPr marL="96441" indent="-96441">
                <a:lnSpc>
                  <a:spcPct val="9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Necesidades de negocio</a:t>
              </a:r>
            </a:p>
          </p:txBody>
        </p:sp>
        <p:sp>
          <p:nvSpPr>
            <p:cNvPr id="20" name="Rounded Rectangle 147">
              <a:extLst>
                <a:ext uri="{FF2B5EF4-FFF2-40B4-BE49-F238E27FC236}">
                  <a16:creationId xmlns:a16="http://schemas.microsoft.com/office/drawing/2014/main" id="{7CABA294-414D-06EC-D4C4-6E4525727C50}"/>
                </a:ext>
              </a:extLst>
            </p:cNvPr>
            <p:cNvSpPr/>
            <p:nvPr/>
          </p:nvSpPr>
          <p:spPr>
            <a:xfrm>
              <a:off x="2728181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>
                  <a:solidFill>
                    <a:schemeClr val="tx1"/>
                  </a:solidFill>
                  <a:ea typeface="Verdana" panose="020B0604030504040204" pitchFamily="34" charset="0"/>
                </a:rPr>
                <a:t>Standard</a:t>
              </a:r>
            </a:p>
          </p:txBody>
        </p:sp>
        <p:sp>
          <p:nvSpPr>
            <p:cNvPr id="22" name="Rounded Rectangle 147">
              <a:extLst>
                <a:ext uri="{FF2B5EF4-FFF2-40B4-BE49-F238E27FC236}">
                  <a16:creationId xmlns:a16="http://schemas.microsoft.com/office/drawing/2014/main" id="{EF34DBD4-ABDB-E3B5-3BDC-A07A3FB92610}"/>
                </a:ext>
              </a:extLst>
            </p:cNvPr>
            <p:cNvSpPr/>
            <p:nvPr/>
          </p:nvSpPr>
          <p:spPr>
            <a:xfrm>
              <a:off x="4167933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 err="1">
                  <a:solidFill>
                    <a:schemeClr val="tx1"/>
                  </a:solidFill>
                  <a:ea typeface="Verdana" panose="020B0604030504040204" pitchFamily="34" charset="0"/>
                </a:rPr>
                <a:t>Conformed</a:t>
              </a:r>
              <a:endParaRPr lang="es-ES" sz="90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3" name="Rounded Rectangle 147">
              <a:extLst>
                <a:ext uri="{FF2B5EF4-FFF2-40B4-BE49-F238E27FC236}">
                  <a16:creationId xmlns:a16="http://schemas.microsoft.com/office/drawing/2014/main" id="{1DC1DD45-4D99-33BA-FB88-85E73265C570}"/>
                </a:ext>
              </a:extLst>
            </p:cNvPr>
            <p:cNvSpPr/>
            <p:nvPr/>
          </p:nvSpPr>
          <p:spPr>
            <a:xfrm>
              <a:off x="5616275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>
                  <a:solidFill>
                    <a:schemeClr val="tx1"/>
                  </a:solidFill>
                  <a:ea typeface="Verdana"/>
                </a:rPr>
                <a:t>Datamart</a:t>
              </a:r>
              <a:endParaRPr lang="es-ES" sz="90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4" name="Rounded Rectangle 147">
              <a:extLst>
                <a:ext uri="{FF2B5EF4-FFF2-40B4-BE49-F238E27FC236}">
                  <a16:creationId xmlns:a16="http://schemas.microsoft.com/office/drawing/2014/main" id="{DFAA9A4A-F7E9-30D4-65B3-4CA077F4E02D}"/>
                </a:ext>
              </a:extLst>
            </p:cNvPr>
            <p:cNvSpPr/>
            <p:nvPr/>
          </p:nvSpPr>
          <p:spPr>
            <a:xfrm>
              <a:off x="7020275" y="2225777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900" err="1">
                  <a:solidFill>
                    <a:schemeClr val="tx1"/>
                  </a:solidFill>
                  <a:ea typeface="Verdana" panose="020B0604030504040204" pitchFamily="34" charset="0"/>
                </a:rPr>
                <a:t>Report</a:t>
              </a:r>
              <a:endParaRPr lang="es-ES" sz="90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5" name="Rounded Rectangle 147">
              <a:extLst>
                <a:ext uri="{FF2B5EF4-FFF2-40B4-BE49-F238E27FC236}">
                  <a16:creationId xmlns:a16="http://schemas.microsoft.com/office/drawing/2014/main" id="{E5A92599-0AE1-FD1E-06A9-DA7FDD2A1942}"/>
                </a:ext>
              </a:extLst>
            </p:cNvPr>
            <p:cNvSpPr/>
            <p:nvPr/>
          </p:nvSpPr>
          <p:spPr>
            <a:xfrm>
              <a:off x="1324181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788" err="1">
                  <a:solidFill>
                    <a:schemeClr val="tx1"/>
                  </a:solidFill>
                  <a:ea typeface="Verdana" panose="020B0604030504040204" pitchFamily="34" charset="0"/>
                </a:rPr>
                <a:t>Engineering</a:t>
              </a:r>
              <a:endParaRPr lang="es-ES" sz="788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6" name="Rounded Rectangle 147">
              <a:extLst>
                <a:ext uri="{FF2B5EF4-FFF2-40B4-BE49-F238E27FC236}">
                  <a16:creationId xmlns:a16="http://schemas.microsoft.com/office/drawing/2014/main" id="{29E67515-2BA8-981A-8EF0-CB4CD05F62A7}"/>
                </a:ext>
              </a:extLst>
            </p:cNvPr>
            <p:cNvSpPr/>
            <p:nvPr/>
          </p:nvSpPr>
          <p:spPr>
            <a:xfrm>
              <a:off x="2728181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788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analyst</a:t>
              </a: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, </a:t>
              </a:r>
              <a:r>
                <a:rPr lang="es-ES" sz="788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Engineers</a:t>
              </a:r>
              <a:endParaRPr lang="es-ES" sz="788" dirty="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7" name="Rounded Rectangle 147">
              <a:extLst>
                <a:ext uri="{FF2B5EF4-FFF2-40B4-BE49-F238E27FC236}">
                  <a16:creationId xmlns:a16="http://schemas.microsoft.com/office/drawing/2014/main" id="{1BBF7189-0107-27BA-2910-EAD647FF5ED1}"/>
                </a:ext>
              </a:extLst>
            </p:cNvPr>
            <p:cNvSpPr/>
            <p:nvPr/>
          </p:nvSpPr>
          <p:spPr>
            <a:xfrm>
              <a:off x="4167933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788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Engineers</a:t>
              </a: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, </a:t>
              </a:r>
              <a:r>
                <a:rPr lang="es-ES" sz="788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analyst</a:t>
              </a:r>
              <a:r>
                <a:rPr lang="es-ES" sz="788" dirty="0">
                  <a:solidFill>
                    <a:schemeClr val="tx1"/>
                  </a:solidFill>
                  <a:ea typeface="Verdana" panose="020B0604030504040204" pitchFamily="34" charset="0"/>
                </a:rPr>
                <a:t> </a:t>
              </a:r>
              <a:r>
                <a:rPr lang="es-ES" sz="788" dirty="0" err="1">
                  <a:solidFill>
                    <a:schemeClr val="tx1"/>
                  </a:solidFill>
                  <a:ea typeface="Verdana" panose="020B0604030504040204" pitchFamily="34" charset="0"/>
                </a:rPr>
                <a:t>Scientist</a:t>
              </a:r>
              <a:endParaRPr lang="es-ES" sz="788" dirty="0">
                <a:solidFill>
                  <a:schemeClr val="tx1"/>
                </a:solidFill>
                <a:ea typeface="Verdana" panose="020B0604030504040204" pitchFamily="34" charset="0"/>
              </a:endParaRPr>
            </a:p>
          </p:txBody>
        </p:sp>
        <p:sp>
          <p:nvSpPr>
            <p:cNvPr id="29" name="Rounded Rectangle 147">
              <a:extLst>
                <a:ext uri="{FF2B5EF4-FFF2-40B4-BE49-F238E27FC236}">
                  <a16:creationId xmlns:a16="http://schemas.microsoft.com/office/drawing/2014/main" id="{3E6A2871-4AE1-D3ED-F913-7C7B0E729ECA}"/>
                </a:ext>
              </a:extLst>
            </p:cNvPr>
            <p:cNvSpPr/>
            <p:nvPr/>
          </p:nvSpPr>
          <p:spPr>
            <a:xfrm>
              <a:off x="5616275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Data </a:t>
              </a:r>
              <a:r>
                <a:rPr lang="es-ES" sz="788" err="1">
                  <a:solidFill>
                    <a:schemeClr val="tx1"/>
                  </a:solidFill>
                  <a:ea typeface="Verdana" panose="020B0604030504040204" pitchFamily="34" charset="0"/>
                </a:rPr>
                <a:t>Scientist</a:t>
              </a: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, BI</a:t>
              </a:r>
            </a:p>
          </p:txBody>
        </p:sp>
        <p:sp>
          <p:nvSpPr>
            <p:cNvPr id="30" name="Rounded Rectangle 147">
              <a:extLst>
                <a:ext uri="{FF2B5EF4-FFF2-40B4-BE49-F238E27FC236}">
                  <a16:creationId xmlns:a16="http://schemas.microsoft.com/office/drawing/2014/main" id="{7B25B6BA-A8A6-131B-F7D7-7D7CEFEB3757}"/>
                </a:ext>
              </a:extLst>
            </p:cNvPr>
            <p:cNvSpPr/>
            <p:nvPr/>
          </p:nvSpPr>
          <p:spPr>
            <a:xfrm>
              <a:off x="7020275" y="5252452"/>
              <a:ext cx="1350000" cy="458775"/>
            </a:xfrm>
            <a:prstGeom prst="roundRect">
              <a:avLst>
                <a:gd name="adj" fmla="val 12188"/>
              </a:avLst>
            </a:prstGeom>
            <a:noFill/>
            <a:ln w="19059" cap="rnd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9460" rIns="0" bIns="194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buSzPct val="100000"/>
              </a:pPr>
              <a:r>
                <a:rPr lang="es-ES" sz="788">
                  <a:solidFill>
                    <a:schemeClr val="tx1"/>
                  </a:solidFill>
                  <a:ea typeface="Verdana" panose="020B0604030504040204" pitchFamily="34" charset="0"/>
                </a:rPr>
                <a:t>“C” Roles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9E3875-F0A2-499C-2CB5-423E474A2554}"/>
                </a:ext>
              </a:extLst>
            </p:cNvPr>
            <p:cNvSpPr txBox="1"/>
            <p:nvPr/>
          </p:nvSpPr>
          <p:spPr>
            <a:xfrm>
              <a:off x="323528" y="1791938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ES" sz="900" dirty="0">
                  <a:solidFill>
                    <a:schemeClr val="tx2">
                      <a:lumMod val="75000"/>
                    </a:schemeClr>
                  </a:solidFill>
                </a:rPr>
                <a:t>Capa</a:t>
              </a:r>
              <a:endParaRPr lang="en-US" sz="135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FA94A4-C4E2-DCB4-74F4-A292E699E1D8}"/>
                </a:ext>
              </a:extLst>
            </p:cNvPr>
            <p:cNvSpPr txBox="1"/>
            <p:nvPr/>
          </p:nvSpPr>
          <p:spPr>
            <a:xfrm>
              <a:off x="323528" y="2333666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algn="ctr">
                <a:defRPr sz="1200">
                  <a:solidFill>
                    <a:schemeClr val="tx2">
                      <a:lumMod val="75000"/>
                    </a:schemeClr>
                  </a:solidFill>
                </a:defRPr>
              </a:lvl1pPr>
            </a:lstStyle>
            <a:p>
              <a:r>
                <a:rPr lang="es-ES" sz="900"/>
                <a:t>Sublayer</a:t>
              </a:r>
              <a:endParaRPr lang="en-US" sz="900" err="1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901FE3-E26B-2F33-1DE7-EB7D5B398EE8}"/>
                </a:ext>
              </a:extLst>
            </p:cNvPr>
            <p:cNvSpPr txBox="1"/>
            <p:nvPr/>
          </p:nvSpPr>
          <p:spPr>
            <a:xfrm>
              <a:off x="323528" y="3875640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algn="ctr">
                <a:defRPr sz="1200">
                  <a:solidFill>
                    <a:schemeClr val="tx2">
                      <a:lumMod val="75000"/>
                    </a:schemeClr>
                  </a:solidFill>
                </a:defRPr>
              </a:lvl1pPr>
            </a:lstStyle>
            <a:p>
              <a:r>
                <a:rPr lang="es-ES" sz="900" dirty="0"/>
                <a:t>Propósito</a:t>
              </a:r>
              <a:endParaRPr lang="en-US" sz="9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3EE5C9-BF8F-B56E-76CD-B5BBFB9B80D1}"/>
                </a:ext>
              </a:extLst>
            </p:cNvPr>
            <p:cNvSpPr txBox="1"/>
            <p:nvPr/>
          </p:nvSpPr>
          <p:spPr>
            <a:xfrm>
              <a:off x="323528" y="5360339"/>
              <a:ext cx="900000" cy="252000"/>
            </a:xfrm>
            <a:prstGeom prst="rect">
              <a:avLst/>
            </a:prstGeom>
            <a:solidFill>
              <a:srgbClr val="4472C4">
                <a:alpha val="30196"/>
              </a:srgbClr>
            </a:solidFill>
            <a:ln w="9525" cap="rnd">
              <a:noFill/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algn="ctr">
                <a:defRPr sz="1200">
                  <a:solidFill>
                    <a:schemeClr val="tx2">
                      <a:lumMod val="75000"/>
                    </a:schemeClr>
                  </a:solidFill>
                </a:defRPr>
              </a:lvl1pPr>
            </a:lstStyle>
            <a:p>
              <a:r>
                <a:rPr lang="es-ES" sz="900" dirty="0"/>
                <a:t>Consumidor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57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B6146B7F-C561-A1FD-E0F9-6A5E22D2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DF7D68BF-6606-6D8D-1A07-BEEF57EFEB18}"/>
              </a:ext>
            </a:extLst>
          </p:cNvPr>
          <p:cNvGrpSpPr/>
          <p:nvPr/>
        </p:nvGrpSpPr>
        <p:grpSpPr>
          <a:xfrm>
            <a:off x="1239552" y="1425047"/>
            <a:ext cx="1598587" cy="523161"/>
            <a:chOff x="387954" y="2325414"/>
            <a:chExt cx="2131449" cy="697548"/>
          </a:xfrm>
        </p:grpSpPr>
        <p:sp>
          <p:nvSpPr>
            <p:cNvPr id="24" name="Google Shape;2204;p106">
              <a:extLst>
                <a:ext uri="{FF2B5EF4-FFF2-40B4-BE49-F238E27FC236}">
                  <a16:creationId xmlns:a16="http://schemas.microsoft.com/office/drawing/2014/main" id="{E134F76B-F3ED-9732-1925-086D5B11D91A}"/>
                </a:ext>
              </a:extLst>
            </p:cNvPr>
            <p:cNvSpPr/>
            <p:nvPr/>
          </p:nvSpPr>
          <p:spPr>
            <a:xfrm>
              <a:off x="387954" y="2397881"/>
              <a:ext cx="1245300" cy="590700"/>
            </a:xfrm>
            <a:prstGeom prst="rect">
              <a:avLst/>
            </a:prstGeom>
            <a:solidFill>
              <a:srgbClr val="B87333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9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2207;p106">
              <a:extLst>
                <a:ext uri="{FF2B5EF4-FFF2-40B4-BE49-F238E27FC236}">
                  <a16:creationId xmlns:a16="http://schemas.microsoft.com/office/drawing/2014/main" id="{9D327496-5416-D4E9-9A94-DE0C045B9820}"/>
                </a:ext>
              </a:extLst>
            </p:cNvPr>
            <p:cNvSpPr/>
            <p:nvPr/>
          </p:nvSpPr>
          <p:spPr>
            <a:xfrm>
              <a:off x="1615599" y="2325414"/>
              <a:ext cx="737616" cy="697548"/>
            </a:xfrm>
            <a:custGeom>
              <a:avLst/>
              <a:gdLst/>
              <a:ahLst/>
              <a:cxnLst/>
              <a:rect l="l" t="t" r="r" b="b"/>
              <a:pathLst>
                <a:path w="2438401" h="1073151" extrusionOk="0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rgbClr val="3B4A1E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208;p106">
              <a:extLst>
                <a:ext uri="{FF2B5EF4-FFF2-40B4-BE49-F238E27FC236}">
                  <a16:creationId xmlns:a16="http://schemas.microsoft.com/office/drawing/2014/main" id="{471540E5-6C00-AAFD-1ACE-6AD28B3ED21C}"/>
                </a:ext>
              </a:extLst>
            </p:cNvPr>
            <p:cNvSpPr/>
            <p:nvPr/>
          </p:nvSpPr>
          <p:spPr>
            <a:xfrm>
              <a:off x="1847019" y="2325414"/>
              <a:ext cx="509112" cy="6963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rgbClr val="B87333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pPr algn="ctr"/>
              <a:endParaRPr sz="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D3D62BAC-FE1F-4099-0B42-FD56D1C3E3B5}"/>
                </a:ext>
              </a:extLst>
            </p:cNvPr>
            <p:cNvSpPr txBox="1"/>
            <p:nvPr/>
          </p:nvSpPr>
          <p:spPr>
            <a:xfrm>
              <a:off x="571089" y="2487530"/>
              <a:ext cx="937627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BRONZE LAYER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B2E5E850-B66B-C29C-39EC-4639380A61DB}"/>
                </a:ext>
              </a:extLst>
            </p:cNvPr>
            <p:cNvSpPr txBox="1"/>
            <p:nvPr/>
          </p:nvSpPr>
          <p:spPr>
            <a:xfrm>
              <a:off x="1810359" y="2548533"/>
              <a:ext cx="7090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Ingesta Cruda</a:t>
              </a: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6410E45-A888-FE55-1488-E97AC3A0F252}"/>
              </a:ext>
            </a:extLst>
          </p:cNvPr>
          <p:cNvSpPr txBox="1"/>
          <p:nvPr/>
        </p:nvSpPr>
        <p:spPr>
          <a:xfrm>
            <a:off x="2383943" y="3186215"/>
            <a:ext cx="617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Datos</a:t>
            </a:r>
          </a:p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Depurados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120634B-8688-2668-5308-DEA6E863B92A}"/>
              </a:ext>
            </a:extLst>
          </p:cNvPr>
          <p:cNvSpPr txBox="1"/>
          <p:nvPr/>
        </p:nvSpPr>
        <p:spPr>
          <a:xfrm>
            <a:off x="2397885" y="3981484"/>
            <a:ext cx="617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Valor</a:t>
            </a:r>
          </a:p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Negocio</a:t>
            </a:r>
          </a:p>
        </p:txBody>
      </p:sp>
      <p:sp>
        <p:nvSpPr>
          <p:cNvPr id="5" name="Google Shape;2110;p105">
            <a:extLst>
              <a:ext uri="{FF2B5EF4-FFF2-40B4-BE49-F238E27FC236}">
                <a16:creationId xmlns:a16="http://schemas.microsoft.com/office/drawing/2014/main" id="{CE35AE8C-FB88-1567-0C34-307CEC2690E1}"/>
              </a:ext>
            </a:extLst>
          </p:cNvPr>
          <p:cNvSpPr/>
          <p:nvPr/>
        </p:nvSpPr>
        <p:spPr>
          <a:xfrm>
            <a:off x="3094260" y="1512064"/>
            <a:ext cx="3928959" cy="4430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27A68C-93EE-142A-A5DF-0AB10BFFF235}"/>
              </a:ext>
            </a:extLst>
          </p:cNvPr>
          <p:cNvSpPr txBox="1"/>
          <p:nvPr/>
        </p:nvSpPr>
        <p:spPr>
          <a:xfrm>
            <a:off x="3154483" y="1495201"/>
            <a:ext cx="3744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La capa de bronce contiene datos </a:t>
            </a:r>
            <a:r>
              <a:rPr lang="es-ES" sz="800" b="1" dirty="0">
                <a:latin typeface="Montserrat" panose="00000500000000000000" pitchFamily="2" charset="0"/>
              </a:rPr>
              <a:t>sin procesar y no validados</a:t>
            </a:r>
            <a:r>
              <a:rPr lang="es-ES" sz="800" dirty="0">
                <a:latin typeface="Montserrat" panose="00000500000000000000" pitchFamily="2" charset="0"/>
              </a:rPr>
              <a:t>. Los datos ingeridos en la capa de bronce suelen tener las siguientes características:</a:t>
            </a:r>
          </a:p>
          <a:p>
            <a:endParaRPr lang="es-ES" sz="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2FDD64-D793-3888-4996-34A9885B33E0}"/>
              </a:ext>
            </a:extLst>
          </p:cNvPr>
          <p:cNvSpPr txBox="1"/>
          <p:nvPr/>
        </p:nvSpPr>
        <p:spPr>
          <a:xfrm>
            <a:off x="3090983" y="2204864"/>
            <a:ext cx="3832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Contiene y mantiene el estado sin procesar del origen de datos en sus formatos originales</a:t>
            </a:r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4ECE83-BF7E-0738-4315-81F4AA373CFD}"/>
              </a:ext>
            </a:extLst>
          </p:cNvPr>
          <p:cNvSpPr txBox="1"/>
          <p:nvPr/>
        </p:nvSpPr>
        <p:spPr>
          <a:xfrm>
            <a:off x="3090982" y="2826549"/>
            <a:ext cx="37142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Se agrega gradualmente con el tiempo</a:t>
            </a:r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DBA941-0612-5FE2-37C1-F853C6116976}"/>
              </a:ext>
            </a:extLst>
          </p:cNvPr>
          <p:cNvSpPr txBox="1"/>
          <p:nvPr/>
        </p:nvSpPr>
        <p:spPr>
          <a:xfrm>
            <a:off x="3094260" y="3332815"/>
            <a:ext cx="3704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Está pensado para el consumo de cargas de trabajo que enriquecen los datos de las tablas </a:t>
            </a:r>
            <a:r>
              <a:rPr lang="es-ES" sz="800" dirty="0" err="1">
                <a:solidFill>
                  <a:srgbClr val="161616"/>
                </a:solidFill>
                <a:latin typeface="Montserrat" panose="00000500000000000000" pitchFamily="2" charset="0"/>
              </a:rPr>
              <a:t>silver</a:t>
            </a:r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, no para el acceso de analistas y científicos de datos.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1FD5A8-1B52-8D25-F82A-00E61EA562E9}"/>
              </a:ext>
            </a:extLst>
          </p:cNvPr>
          <p:cNvSpPr txBox="1"/>
          <p:nvPr/>
        </p:nvSpPr>
        <p:spPr>
          <a:xfrm>
            <a:off x="3094260" y="4001126"/>
            <a:ext cx="371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Sirve como única fuente de verdad, preservando la fidelidad de los datos.</a:t>
            </a:r>
          </a:p>
          <a:p>
            <a:endParaRPr lang="es-ES" sz="800" dirty="0">
              <a:solidFill>
                <a:srgbClr val="161616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274F4B-312D-63C1-C912-843EF11441A1}"/>
              </a:ext>
            </a:extLst>
          </p:cNvPr>
          <p:cNvSpPr txBox="1"/>
          <p:nvPr/>
        </p:nvSpPr>
        <p:spPr>
          <a:xfrm>
            <a:off x="3154483" y="4569914"/>
            <a:ext cx="3650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Permite el reprocesamiento y la auditoría al conservar todos los datos históricos.</a:t>
            </a:r>
          </a:p>
          <a:p>
            <a:endParaRPr lang="es-ES" sz="800" dirty="0">
              <a:solidFill>
                <a:srgbClr val="161616"/>
              </a:solidFill>
              <a:latin typeface="Montserrat" panose="00000500000000000000" pitchFamily="2" charset="0"/>
            </a:endParaRPr>
          </a:p>
        </p:txBody>
      </p:sp>
      <p:pic>
        <p:nvPicPr>
          <p:cNvPr id="19" name="Imagen 18" descr="Forma&#10;&#10;El contenido generado por IA puede ser incorrecto.">
            <a:extLst>
              <a:ext uri="{FF2B5EF4-FFF2-40B4-BE49-F238E27FC236}">
                <a16:creationId xmlns:a16="http://schemas.microsoft.com/office/drawing/2014/main" id="{ADAC4E21-B621-8843-688F-1D4BEA1019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68237" y="3853669"/>
            <a:ext cx="445260" cy="445260"/>
          </a:xfrm>
          <a:prstGeom prst="rect">
            <a:avLst/>
          </a:prstGeom>
        </p:spPr>
      </p:pic>
      <p:pic>
        <p:nvPicPr>
          <p:cNvPr id="21" name="Imagen 20" descr="Logotipo&#10;&#10;El contenido generado por IA puede ser incorrecto.">
            <a:extLst>
              <a:ext uri="{FF2B5EF4-FFF2-40B4-BE49-F238E27FC236}">
                <a16:creationId xmlns:a16="http://schemas.microsoft.com/office/drawing/2014/main" id="{E248FD82-70BE-71D8-572F-88C1097D72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48735" y="3289103"/>
            <a:ext cx="370788" cy="370788"/>
          </a:xfrm>
          <a:prstGeom prst="rect">
            <a:avLst/>
          </a:prstGeom>
        </p:spPr>
      </p:pic>
      <p:pic>
        <p:nvPicPr>
          <p:cNvPr id="52" name="Imagen 51" descr="Forma&#10;&#10;El contenido generado por IA puede ser incorrecto.">
            <a:extLst>
              <a:ext uri="{FF2B5EF4-FFF2-40B4-BE49-F238E27FC236}">
                <a16:creationId xmlns:a16="http://schemas.microsoft.com/office/drawing/2014/main" id="{1707698E-7083-9BBF-0E68-E357A8E082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63845" y="2163386"/>
            <a:ext cx="379481" cy="379481"/>
          </a:xfrm>
          <a:prstGeom prst="rect">
            <a:avLst/>
          </a:prstGeom>
        </p:spPr>
      </p:pic>
      <p:pic>
        <p:nvPicPr>
          <p:cNvPr id="54" name="Imagen 5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F4DD35-8706-845A-793F-E55F5F9495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238" y="2696219"/>
            <a:ext cx="413912" cy="412976"/>
          </a:xfrm>
          <a:prstGeom prst="rect">
            <a:avLst/>
          </a:prstGeom>
        </p:spPr>
      </p:pic>
      <p:pic>
        <p:nvPicPr>
          <p:cNvPr id="56" name="Imagen 55" descr="Icono&#10;&#10;El contenido generado por IA puede ser incorrecto.">
            <a:extLst>
              <a:ext uri="{FF2B5EF4-FFF2-40B4-BE49-F238E27FC236}">
                <a16:creationId xmlns:a16="http://schemas.microsoft.com/office/drawing/2014/main" id="{5012016F-9A86-7E9B-E329-C0996FA803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51" y="4518987"/>
            <a:ext cx="428638" cy="428638"/>
          </a:xfrm>
          <a:prstGeom prst="rect">
            <a:avLst/>
          </a:prstGeom>
        </p:spPr>
      </p:pic>
      <p:sp>
        <p:nvSpPr>
          <p:cNvPr id="14" name="Título 4">
            <a:extLst>
              <a:ext uri="{FF2B5EF4-FFF2-40B4-BE49-F238E27FC236}">
                <a16:creationId xmlns:a16="http://schemas.microsoft.com/office/drawing/2014/main" id="{6FFB5050-DAC9-327F-BFB4-69BAD459127A}"/>
              </a:ext>
            </a:extLst>
          </p:cNvPr>
          <p:cNvSpPr txBox="1">
            <a:spLocks/>
          </p:cNvSpPr>
          <p:nvPr/>
        </p:nvSpPr>
        <p:spPr>
          <a:xfrm>
            <a:off x="268803" y="436048"/>
            <a:ext cx="6757988" cy="2084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b="1" dirty="0">
                <a:latin typeface="Montserrat" panose="00000500000000000000" pitchFamily="2" charset="0"/>
              </a:rPr>
              <a:t>Arquitectura de capas </a:t>
            </a:r>
            <a:r>
              <a:rPr lang="es-ES" sz="14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sz="14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Bronze</a:t>
            </a:r>
            <a:r>
              <a:rPr lang="es-ES" sz="1400" b="1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sz="14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Layer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19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A06F0683-0424-B7B2-7230-C7536F5B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15EF5E0-5E3F-E3A9-2CFE-5257BFB89AE1}"/>
              </a:ext>
            </a:extLst>
          </p:cNvPr>
          <p:cNvGrpSpPr/>
          <p:nvPr/>
        </p:nvGrpSpPr>
        <p:grpSpPr>
          <a:xfrm>
            <a:off x="1288917" y="1351906"/>
            <a:ext cx="1650353" cy="523161"/>
            <a:chOff x="387954" y="2325414"/>
            <a:chExt cx="2200471" cy="697548"/>
          </a:xfrm>
        </p:grpSpPr>
        <p:sp>
          <p:nvSpPr>
            <p:cNvPr id="24" name="Google Shape;2204;p106">
              <a:extLst>
                <a:ext uri="{FF2B5EF4-FFF2-40B4-BE49-F238E27FC236}">
                  <a16:creationId xmlns:a16="http://schemas.microsoft.com/office/drawing/2014/main" id="{3AB40E2E-7BD0-529A-E140-865294C77C78}"/>
                </a:ext>
              </a:extLst>
            </p:cNvPr>
            <p:cNvSpPr/>
            <p:nvPr/>
          </p:nvSpPr>
          <p:spPr>
            <a:xfrm>
              <a:off x="387954" y="2397881"/>
              <a:ext cx="1245300" cy="59070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9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2207;p106">
              <a:extLst>
                <a:ext uri="{FF2B5EF4-FFF2-40B4-BE49-F238E27FC236}">
                  <a16:creationId xmlns:a16="http://schemas.microsoft.com/office/drawing/2014/main" id="{60263553-310E-2C0F-8A72-A3F73FFA4AB6}"/>
                </a:ext>
              </a:extLst>
            </p:cNvPr>
            <p:cNvSpPr/>
            <p:nvPr/>
          </p:nvSpPr>
          <p:spPr>
            <a:xfrm>
              <a:off x="1615599" y="2325414"/>
              <a:ext cx="737616" cy="697548"/>
            </a:xfrm>
            <a:custGeom>
              <a:avLst/>
              <a:gdLst/>
              <a:ahLst/>
              <a:cxnLst/>
              <a:rect l="l" t="t" r="r" b="b"/>
              <a:pathLst>
                <a:path w="2438401" h="1073151" extrusionOk="0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rgbClr val="8A8A8A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 dirty="0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208;p106">
              <a:extLst>
                <a:ext uri="{FF2B5EF4-FFF2-40B4-BE49-F238E27FC236}">
                  <a16:creationId xmlns:a16="http://schemas.microsoft.com/office/drawing/2014/main" id="{0D4FFB1B-5A00-447C-F45C-145D3FFB6DFB}"/>
                </a:ext>
              </a:extLst>
            </p:cNvPr>
            <p:cNvSpPr/>
            <p:nvPr/>
          </p:nvSpPr>
          <p:spPr>
            <a:xfrm>
              <a:off x="1847019" y="2325414"/>
              <a:ext cx="509112" cy="6963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pPr algn="ctr"/>
              <a:endParaRPr sz="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B913DE4-46EC-B842-A120-10FEC54B47D3}"/>
                </a:ext>
              </a:extLst>
            </p:cNvPr>
            <p:cNvSpPr txBox="1"/>
            <p:nvPr/>
          </p:nvSpPr>
          <p:spPr>
            <a:xfrm>
              <a:off x="571089" y="2487530"/>
              <a:ext cx="937627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SILVER LAYER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EE20B9F2-79FE-61B6-BA35-264B15B76757}"/>
                </a:ext>
              </a:extLst>
            </p:cNvPr>
            <p:cNvSpPr txBox="1"/>
            <p:nvPr/>
          </p:nvSpPr>
          <p:spPr>
            <a:xfrm>
              <a:off x="1764932" y="2566938"/>
              <a:ext cx="823493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525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Datos</a:t>
              </a:r>
            </a:p>
            <a:p>
              <a:r>
                <a:rPr lang="es-ES" sz="525" dirty="0">
                  <a:solidFill>
                    <a:schemeClr val="bg1"/>
                  </a:solidFill>
                  <a:latin typeface="Montserrat" panose="00000500000000000000" pitchFamily="2" charset="0"/>
                </a:rPr>
                <a:t>Depurados</a:t>
              </a: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7E02F43-F1B8-CBEF-CF4F-0498FAB5D446}"/>
              </a:ext>
            </a:extLst>
          </p:cNvPr>
          <p:cNvSpPr txBox="1"/>
          <p:nvPr/>
        </p:nvSpPr>
        <p:spPr>
          <a:xfrm>
            <a:off x="2433307" y="3154636"/>
            <a:ext cx="617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Datos</a:t>
            </a:r>
          </a:p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Depurados</a:t>
            </a:r>
          </a:p>
        </p:txBody>
      </p:sp>
      <p:sp>
        <p:nvSpPr>
          <p:cNvPr id="5" name="Google Shape;2110;p105">
            <a:extLst>
              <a:ext uri="{FF2B5EF4-FFF2-40B4-BE49-F238E27FC236}">
                <a16:creationId xmlns:a16="http://schemas.microsoft.com/office/drawing/2014/main" id="{52FA8AB3-9AB6-3BB4-F6E7-6D627B3066C1}"/>
              </a:ext>
            </a:extLst>
          </p:cNvPr>
          <p:cNvSpPr/>
          <p:nvPr/>
        </p:nvSpPr>
        <p:spPr>
          <a:xfrm>
            <a:off x="3143624" y="1438923"/>
            <a:ext cx="4183167" cy="4430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EB710B-E624-93A5-D34B-AA2DA775CBDE}"/>
              </a:ext>
            </a:extLst>
          </p:cNvPr>
          <p:cNvSpPr txBox="1"/>
          <p:nvPr/>
        </p:nvSpPr>
        <p:spPr>
          <a:xfrm>
            <a:off x="3203848" y="1556792"/>
            <a:ext cx="39872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La </a:t>
            </a:r>
            <a:r>
              <a:rPr lang="es-ES" sz="800" b="1" dirty="0">
                <a:latin typeface="Montserrat" panose="00000500000000000000" pitchFamily="2" charset="0"/>
              </a:rPr>
              <a:t>limpieza y validación </a:t>
            </a:r>
            <a:r>
              <a:rPr lang="es-ES" sz="800" dirty="0">
                <a:latin typeface="Montserrat" panose="00000500000000000000" pitchFamily="2" charset="0"/>
              </a:rPr>
              <a:t>de datos se realizan en capa plateada.</a:t>
            </a:r>
            <a:endParaRPr lang="es-ES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52DED8-90B9-D010-B8C3-47DCD7B3C7F6}"/>
              </a:ext>
            </a:extLst>
          </p:cNvPr>
          <p:cNvSpPr txBox="1"/>
          <p:nvPr/>
        </p:nvSpPr>
        <p:spPr>
          <a:xfrm>
            <a:off x="3140346" y="2092373"/>
            <a:ext cx="4240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Siempre debe incluir al menos una representación válida y no agregada de cada registro. </a:t>
            </a:r>
          </a:p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Si las representaciones agregadas impulsan muchas cargas de trabajo descendentes, esas representaciones pueden estar en la capa plateada, pero normalmente están en la capa dorada.</a:t>
            </a:r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018483-E802-135D-43BA-331B4117EFDF}"/>
              </a:ext>
            </a:extLst>
          </p:cNvPr>
          <p:cNvSpPr txBox="1"/>
          <p:nvPr/>
        </p:nvSpPr>
        <p:spPr>
          <a:xfrm>
            <a:off x="3140346" y="2967587"/>
            <a:ext cx="371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Es donde se realiza la limpieza, la </a:t>
            </a:r>
            <a:r>
              <a:rPr lang="es-ES" sz="800" dirty="0" err="1">
                <a:solidFill>
                  <a:srgbClr val="161616"/>
                </a:solidFill>
                <a:latin typeface="Montserrat" panose="00000500000000000000" pitchFamily="2" charset="0"/>
              </a:rPr>
              <a:t>deduplicación</a:t>
            </a:r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 y la normalización de datos</a:t>
            </a:r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A6C7A7-D986-9BD7-6545-E9A6E93CF67C}"/>
              </a:ext>
            </a:extLst>
          </p:cNvPr>
          <p:cNvSpPr txBox="1"/>
          <p:nvPr/>
        </p:nvSpPr>
        <p:spPr>
          <a:xfrm>
            <a:off x="3140347" y="3642577"/>
            <a:ext cx="37049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Mejora la calidad de los datos al corregir errores e inconsistencias.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0559B99-3A19-FE40-BF72-50A5755F2B47}"/>
              </a:ext>
            </a:extLst>
          </p:cNvPr>
          <p:cNvSpPr txBox="1"/>
          <p:nvPr/>
        </p:nvSpPr>
        <p:spPr>
          <a:xfrm>
            <a:off x="3198919" y="4224099"/>
            <a:ext cx="371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Estructura los datos en un formato más consumible para el procesamiento posterior.</a:t>
            </a:r>
          </a:p>
        </p:txBody>
      </p:sp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9900F09D-ADED-7408-CE93-37E7F1093F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997" y="2910094"/>
            <a:ext cx="326270" cy="326270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7302F0DA-BBC2-F42F-4EBE-A85A11E266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998" y="2188097"/>
            <a:ext cx="309900" cy="309900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C25C0091-297A-8DE9-A7C9-5390A78AA5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06998" y="3566108"/>
            <a:ext cx="379647" cy="379647"/>
          </a:xfrm>
          <a:prstGeom prst="rect">
            <a:avLst/>
          </a:prstGeom>
        </p:spPr>
      </p:pic>
      <p:pic>
        <p:nvPicPr>
          <p:cNvPr id="28" name="Imagen 27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9DFC5CBF-0A3F-DC7B-A48B-A630D8E38F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451" y="4201133"/>
            <a:ext cx="406314" cy="406314"/>
          </a:xfrm>
          <a:prstGeom prst="rect">
            <a:avLst/>
          </a:prstGeom>
        </p:spPr>
      </p:pic>
      <p:sp>
        <p:nvSpPr>
          <p:cNvPr id="16" name="Título 4">
            <a:extLst>
              <a:ext uri="{FF2B5EF4-FFF2-40B4-BE49-F238E27FC236}">
                <a16:creationId xmlns:a16="http://schemas.microsoft.com/office/drawing/2014/main" id="{796841BF-8D5A-142D-4483-9F8EAEA38697}"/>
              </a:ext>
            </a:extLst>
          </p:cNvPr>
          <p:cNvSpPr txBox="1">
            <a:spLocks/>
          </p:cNvSpPr>
          <p:nvPr/>
        </p:nvSpPr>
        <p:spPr>
          <a:xfrm>
            <a:off x="223780" y="421892"/>
            <a:ext cx="6757988" cy="2084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b="1" dirty="0">
                <a:latin typeface="Montserrat" panose="00000500000000000000" pitchFamily="2" charset="0"/>
              </a:rPr>
              <a:t>Arquitectura de capas </a:t>
            </a:r>
            <a:r>
              <a:rPr lang="es-ES" sz="14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Silver </a:t>
            </a:r>
            <a:r>
              <a:rPr lang="es-ES" sz="14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Layer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70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98FBEA37-2EF2-7718-10AA-849B54E8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0FB99D1-E406-FDD5-7622-3CEF44CBF84C}"/>
              </a:ext>
            </a:extLst>
          </p:cNvPr>
          <p:cNvGrpSpPr/>
          <p:nvPr/>
        </p:nvGrpSpPr>
        <p:grpSpPr>
          <a:xfrm>
            <a:off x="1352417" y="1453861"/>
            <a:ext cx="1598587" cy="523161"/>
            <a:chOff x="387954" y="2325414"/>
            <a:chExt cx="2131449" cy="697548"/>
          </a:xfrm>
        </p:grpSpPr>
        <p:sp>
          <p:nvSpPr>
            <p:cNvPr id="24" name="Google Shape;2204;p106">
              <a:extLst>
                <a:ext uri="{FF2B5EF4-FFF2-40B4-BE49-F238E27FC236}">
                  <a16:creationId xmlns:a16="http://schemas.microsoft.com/office/drawing/2014/main" id="{B7DB9B9F-D6F6-D2CD-95C9-B23C4F994B29}"/>
                </a:ext>
              </a:extLst>
            </p:cNvPr>
            <p:cNvSpPr/>
            <p:nvPr/>
          </p:nvSpPr>
          <p:spPr>
            <a:xfrm>
              <a:off x="387954" y="2397881"/>
              <a:ext cx="1245300" cy="590700"/>
            </a:xfrm>
            <a:prstGeom prst="rect">
              <a:avLst/>
            </a:prstGeom>
            <a:solidFill>
              <a:srgbClr val="FFD700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9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" name="Google Shape;2207;p106">
              <a:extLst>
                <a:ext uri="{FF2B5EF4-FFF2-40B4-BE49-F238E27FC236}">
                  <a16:creationId xmlns:a16="http://schemas.microsoft.com/office/drawing/2014/main" id="{8BF2D50E-D241-21C0-3567-261DE04B1642}"/>
                </a:ext>
              </a:extLst>
            </p:cNvPr>
            <p:cNvSpPr/>
            <p:nvPr/>
          </p:nvSpPr>
          <p:spPr>
            <a:xfrm>
              <a:off x="1615599" y="2325414"/>
              <a:ext cx="737616" cy="697548"/>
            </a:xfrm>
            <a:custGeom>
              <a:avLst/>
              <a:gdLst/>
              <a:ahLst/>
              <a:cxnLst/>
              <a:rect l="l" t="t" r="r" b="b"/>
              <a:pathLst>
                <a:path w="2438401" h="1073151" extrusionOk="0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rgbClr val="CCAA00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208;p106">
              <a:extLst>
                <a:ext uri="{FF2B5EF4-FFF2-40B4-BE49-F238E27FC236}">
                  <a16:creationId xmlns:a16="http://schemas.microsoft.com/office/drawing/2014/main" id="{01DB51FE-443D-CAB6-70D2-D2DB2603AE00}"/>
                </a:ext>
              </a:extLst>
            </p:cNvPr>
            <p:cNvSpPr/>
            <p:nvPr/>
          </p:nvSpPr>
          <p:spPr>
            <a:xfrm>
              <a:off x="1847019" y="2325414"/>
              <a:ext cx="509112" cy="69638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rgbClr val="FFD700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pPr algn="ctr"/>
              <a:endParaRPr sz="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2DA424DF-9645-74F7-2C02-1F2BACCD162C}"/>
                </a:ext>
              </a:extLst>
            </p:cNvPr>
            <p:cNvSpPr txBox="1"/>
            <p:nvPr/>
          </p:nvSpPr>
          <p:spPr>
            <a:xfrm>
              <a:off x="571089" y="2487530"/>
              <a:ext cx="937627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9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GOLD LAYER</a:t>
              </a: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80DF4428-37FD-7F6D-C91F-93DB5753BD5E}"/>
                </a:ext>
              </a:extLst>
            </p:cNvPr>
            <p:cNvSpPr txBox="1"/>
            <p:nvPr/>
          </p:nvSpPr>
          <p:spPr>
            <a:xfrm>
              <a:off x="1810359" y="2548533"/>
              <a:ext cx="7090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Valor</a:t>
              </a:r>
            </a:p>
            <a:p>
              <a:r>
                <a:rPr lang="es-ES" sz="6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</a:t>
              </a:r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7B795A2-0612-CE96-3387-519154B14E23}"/>
              </a:ext>
            </a:extLst>
          </p:cNvPr>
          <p:cNvSpPr txBox="1"/>
          <p:nvPr/>
        </p:nvSpPr>
        <p:spPr>
          <a:xfrm>
            <a:off x="2496808" y="3215029"/>
            <a:ext cx="617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Datos</a:t>
            </a:r>
          </a:p>
          <a:p>
            <a:r>
              <a:rPr lang="es-ES" sz="600" dirty="0">
                <a:solidFill>
                  <a:schemeClr val="bg1"/>
                </a:solidFill>
                <a:latin typeface="Montserrat" panose="00000500000000000000" pitchFamily="2" charset="0"/>
              </a:rPr>
              <a:t>Depurados</a:t>
            </a:r>
          </a:p>
        </p:txBody>
      </p:sp>
      <p:sp>
        <p:nvSpPr>
          <p:cNvPr id="5" name="Google Shape;2110;p105">
            <a:extLst>
              <a:ext uri="{FF2B5EF4-FFF2-40B4-BE49-F238E27FC236}">
                <a16:creationId xmlns:a16="http://schemas.microsoft.com/office/drawing/2014/main" id="{37F8A2AA-AA3F-98FA-3003-310235901CE6}"/>
              </a:ext>
            </a:extLst>
          </p:cNvPr>
          <p:cNvSpPr/>
          <p:nvPr/>
        </p:nvSpPr>
        <p:spPr>
          <a:xfrm>
            <a:off x="3207125" y="1540878"/>
            <a:ext cx="3928959" cy="443025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3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75FB16F-0D5D-78B8-14EC-7BF548A3E35E}"/>
              </a:ext>
            </a:extLst>
          </p:cNvPr>
          <p:cNvSpPr txBox="1"/>
          <p:nvPr/>
        </p:nvSpPr>
        <p:spPr>
          <a:xfrm>
            <a:off x="3203848" y="1609658"/>
            <a:ext cx="3996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La capa dorada representa </a:t>
            </a:r>
            <a:r>
              <a:rPr lang="es-ES" sz="800" b="1" dirty="0">
                <a:latin typeface="Montserrat" panose="00000500000000000000" pitchFamily="2" charset="0"/>
              </a:rPr>
              <a:t>vistas altamente refinadas </a:t>
            </a:r>
            <a:r>
              <a:rPr lang="es-ES" sz="800" dirty="0">
                <a:latin typeface="Montserrat" panose="00000500000000000000" pitchFamily="2" charset="0"/>
              </a:rPr>
              <a:t>de los datos que impulsan el análisis y herramientas de BI</a:t>
            </a:r>
            <a:endParaRPr lang="es-ES" sz="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4478FE-AE78-18D5-1CBD-70EAD045AD8B}"/>
              </a:ext>
            </a:extLst>
          </p:cNvPr>
          <p:cNvSpPr txBox="1"/>
          <p:nvPr/>
        </p:nvSpPr>
        <p:spPr>
          <a:xfrm>
            <a:off x="3203848" y="2307844"/>
            <a:ext cx="3832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Datos agregados listos para análisis y decisiones. Información ya resumida y preparada para responder preguntas.</a:t>
            </a:r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CACE5F-9FB7-9DCF-36B6-4D5A1AB1C042}"/>
              </a:ext>
            </a:extLst>
          </p:cNvPr>
          <p:cNvSpPr txBox="1"/>
          <p:nvPr/>
        </p:nvSpPr>
        <p:spPr>
          <a:xfrm>
            <a:off x="3203847" y="2929528"/>
            <a:ext cx="371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Totalmente alineado con la lógica del negocio. Refleja procesos reales de la empresa (ventas, HR, finanzas…).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A11CBD-783C-56F6-FB85-F95DE606E27F}"/>
              </a:ext>
            </a:extLst>
          </p:cNvPr>
          <p:cNvSpPr txBox="1"/>
          <p:nvPr/>
        </p:nvSpPr>
        <p:spPr>
          <a:xfrm>
            <a:off x="3208497" y="3488213"/>
            <a:ext cx="37049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Modelado dimensional para su consumo. Tablas modelo estrella, métricas definidas, relaciones claras.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2C1145-91F8-2B41-1C95-70ACAA3C2EDA}"/>
              </a:ext>
            </a:extLst>
          </p:cNvPr>
          <p:cNvSpPr txBox="1"/>
          <p:nvPr/>
        </p:nvSpPr>
        <p:spPr>
          <a:xfrm>
            <a:off x="3207125" y="4104106"/>
            <a:ext cx="371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161616"/>
                </a:solidFill>
                <a:latin typeface="Montserrat" panose="00000500000000000000" pitchFamily="2" charset="0"/>
              </a:rPr>
              <a:t>Orientado al usuario final / analistas de negocio. Destinado a analistas, autoservicio, tomar decisiones.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FF7ED54B-8881-7369-6526-8814711A9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102" y="2234280"/>
            <a:ext cx="445260" cy="445260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78414149-1352-2611-0E04-38E9079077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209" y="2879366"/>
            <a:ext cx="400407" cy="400407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3C7E8FF0-658B-FBC4-443D-273BF01FE5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693" y="3500089"/>
            <a:ext cx="327879" cy="327879"/>
          </a:xfrm>
          <a:prstGeom prst="rect">
            <a:avLst/>
          </a:prstGeom>
        </p:spPr>
      </p:pic>
      <p:pic>
        <p:nvPicPr>
          <p:cNvPr id="17" name="Imagen 16" descr="Logotipo&#10;&#10;El contenido generado por IA puede ser incorrecto.">
            <a:extLst>
              <a:ext uri="{FF2B5EF4-FFF2-40B4-BE49-F238E27FC236}">
                <a16:creationId xmlns:a16="http://schemas.microsoft.com/office/drawing/2014/main" id="{CB0CFC4F-5A8F-26E2-CB5B-041F3A1494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392" y="4043202"/>
            <a:ext cx="663751" cy="663751"/>
          </a:xfrm>
          <a:prstGeom prst="rect">
            <a:avLst/>
          </a:prstGeom>
        </p:spPr>
      </p:pic>
      <p:sp>
        <p:nvSpPr>
          <p:cNvPr id="16" name="Título 4">
            <a:extLst>
              <a:ext uri="{FF2B5EF4-FFF2-40B4-BE49-F238E27FC236}">
                <a16:creationId xmlns:a16="http://schemas.microsoft.com/office/drawing/2014/main" id="{B13F20EE-F9B1-C9B3-CEB9-4F1D0EAB2296}"/>
              </a:ext>
            </a:extLst>
          </p:cNvPr>
          <p:cNvSpPr txBox="1">
            <a:spLocks/>
          </p:cNvSpPr>
          <p:nvPr/>
        </p:nvSpPr>
        <p:spPr>
          <a:xfrm>
            <a:off x="260717" y="399115"/>
            <a:ext cx="6757988" cy="2084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b="1" dirty="0">
                <a:latin typeface="Montserrat" panose="00000500000000000000" pitchFamily="2" charset="0"/>
              </a:rPr>
              <a:t>Arquitectura de capas </a:t>
            </a:r>
            <a:r>
              <a:rPr lang="es-ES" sz="14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Gold </a:t>
            </a:r>
            <a:r>
              <a:rPr lang="es-ES" sz="14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Layer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94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F0F3-FE9F-F314-1279-8350437A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r: 5 Points 6">
            <a:extLst>
              <a:ext uri="{FF2B5EF4-FFF2-40B4-BE49-F238E27FC236}">
                <a16:creationId xmlns:a16="http://schemas.microsoft.com/office/drawing/2014/main" id="{30E4EDD2-D13B-E908-9189-984F7F8E7387}"/>
              </a:ext>
            </a:extLst>
          </p:cNvPr>
          <p:cNvSpPr/>
          <p:nvPr/>
        </p:nvSpPr>
        <p:spPr>
          <a:xfrm>
            <a:off x="2177734" y="1338306"/>
            <a:ext cx="4266474" cy="3294366"/>
          </a:xfrm>
          <a:prstGeom prst="star5">
            <a:avLst/>
          </a:prstGeom>
          <a:solidFill>
            <a:srgbClr val="4472C4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1B45FD-BB2E-5025-83F1-110EF9C4DB2F}"/>
              </a:ext>
            </a:extLst>
          </p:cNvPr>
          <p:cNvSpPr/>
          <p:nvPr/>
        </p:nvSpPr>
        <p:spPr>
          <a:xfrm>
            <a:off x="3635896" y="2445429"/>
            <a:ext cx="1350150" cy="1458162"/>
          </a:xfrm>
          <a:prstGeom prst="roundRect">
            <a:avLst/>
          </a:prstGeom>
          <a:solidFill>
            <a:srgbClr val="4472C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50" dirty="0"/>
              <a:t>Tabla de hechos</a:t>
            </a:r>
          </a:p>
          <a:p>
            <a:pPr algn="ctr"/>
            <a:r>
              <a:rPr lang="es-ES" sz="1050" dirty="0"/>
              <a:t>(</a:t>
            </a:r>
            <a:r>
              <a:rPr lang="es-ES" sz="1050" dirty="0" err="1"/>
              <a:t>ej</a:t>
            </a:r>
            <a:r>
              <a:rPr lang="es-ES" sz="1050" dirty="0"/>
              <a:t>: </a:t>
            </a:r>
            <a:r>
              <a:rPr lang="es-ES" sz="1050" dirty="0" err="1"/>
              <a:t>fact_vuelos</a:t>
            </a:r>
            <a:r>
              <a:rPr lang="es-ES" sz="1050" dirty="0"/>
              <a:t>)</a:t>
            </a:r>
            <a:endParaRPr lang="en-US" sz="10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4DEFBC-5341-3CDA-4F5D-2AA9970E8F12}"/>
              </a:ext>
            </a:extLst>
          </p:cNvPr>
          <p:cNvSpPr/>
          <p:nvPr/>
        </p:nvSpPr>
        <p:spPr>
          <a:xfrm>
            <a:off x="5593227" y="2172344"/>
            <a:ext cx="1350150" cy="856515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Tabla de dimensión</a:t>
            </a:r>
          </a:p>
          <a:p>
            <a:pPr algn="ctr"/>
            <a:r>
              <a:rPr lang="es-ES" sz="1050" dirty="0"/>
              <a:t>(</a:t>
            </a:r>
            <a:r>
              <a:rPr lang="es-ES" sz="1050" dirty="0" err="1"/>
              <a:t>ej</a:t>
            </a:r>
            <a:r>
              <a:rPr lang="es-ES" sz="1050" dirty="0"/>
              <a:t>: </a:t>
            </a:r>
            <a:r>
              <a:rPr lang="es-ES" sz="1050" dirty="0" err="1"/>
              <a:t>dim_aeronaves</a:t>
            </a:r>
            <a:r>
              <a:rPr lang="es-ES" sz="1050" dirty="0"/>
              <a:t>)</a:t>
            </a:r>
            <a:endParaRPr lang="en-US" sz="10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DBC061-2DCE-AACD-3106-02A49B7BC0DC}"/>
              </a:ext>
            </a:extLst>
          </p:cNvPr>
          <p:cNvSpPr/>
          <p:nvPr/>
        </p:nvSpPr>
        <p:spPr>
          <a:xfrm>
            <a:off x="1697968" y="2172344"/>
            <a:ext cx="1350150" cy="856515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Tabla de dimensión</a:t>
            </a:r>
          </a:p>
          <a:p>
            <a:pPr algn="ctr"/>
            <a:r>
              <a:rPr lang="es-ES" sz="1050" dirty="0"/>
              <a:t>(</a:t>
            </a:r>
            <a:r>
              <a:rPr lang="es-ES" sz="1050" dirty="0" err="1"/>
              <a:t>ej</a:t>
            </a:r>
            <a:r>
              <a:rPr lang="es-ES" sz="1050" dirty="0"/>
              <a:t>: </a:t>
            </a:r>
            <a:r>
              <a:rPr lang="es-ES" sz="1050" dirty="0" err="1"/>
              <a:t>dim_estado_vuelos</a:t>
            </a:r>
            <a:r>
              <a:rPr lang="es-ES" sz="1050" dirty="0"/>
              <a:t>)</a:t>
            </a:r>
            <a:endParaRPr lang="en-US" sz="10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383880-80D9-5DB0-52B6-82CF3B674EED}"/>
              </a:ext>
            </a:extLst>
          </p:cNvPr>
          <p:cNvSpPr/>
          <p:nvPr/>
        </p:nvSpPr>
        <p:spPr>
          <a:xfrm>
            <a:off x="3658452" y="1316075"/>
            <a:ext cx="1350150" cy="856515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Tabla de dimensión</a:t>
            </a:r>
          </a:p>
          <a:p>
            <a:pPr algn="ctr"/>
            <a:r>
              <a:rPr lang="es-ES" sz="1050" dirty="0"/>
              <a:t>(</a:t>
            </a:r>
            <a:r>
              <a:rPr lang="es-ES" sz="1050" dirty="0" err="1"/>
              <a:t>ej</a:t>
            </a:r>
            <a:r>
              <a:rPr lang="es-ES" sz="1050" dirty="0"/>
              <a:t>: </a:t>
            </a:r>
            <a:r>
              <a:rPr lang="es-ES" sz="1050" dirty="0" err="1"/>
              <a:t>dim_aeropuertos</a:t>
            </a:r>
            <a:r>
              <a:rPr lang="es-ES" sz="1050" dirty="0"/>
              <a:t>)</a:t>
            </a:r>
            <a:endParaRPr lang="en-US" sz="10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F1646E-6704-E1E3-2398-157663EB6BB7}"/>
              </a:ext>
            </a:extLst>
          </p:cNvPr>
          <p:cNvSpPr/>
          <p:nvPr/>
        </p:nvSpPr>
        <p:spPr>
          <a:xfrm>
            <a:off x="2447764" y="4049243"/>
            <a:ext cx="1350150" cy="856515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Tabla de dimensión</a:t>
            </a:r>
          </a:p>
          <a:p>
            <a:pPr algn="ctr"/>
            <a:r>
              <a:rPr lang="es-ES" sz="1050" dirty="0"/>
              <a:t>(</a:t>
            </a:r>
            <a:r>
              <a:rPr lang="es-ES" sz="1050" dirty="0" err="1"/>
              <a:t>ej</a:t>
            </a:r>
            <a:r>
              <a:rPr lang="es-ES" sz="1050" dirty="0"/>
              <a:t>: </a:t>
            </a:r>
            <a:r>
              <a:rPr lang="es-ES" sz="1050" dirty="0" err="1"/>
              <a:t>dim_empleados</a:t>
            </a:r>
            <a:r>
              <a:rPr lang="es-ES" sz="1050" dirty="0"/>
              <a:t>)</a:t>
            </a:r>
            <a:endParaRPr lang="en-US" sz="10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9F551A-628E-1E20-A585-9867041DF245}"/>
              </a:ext>
            </a:extLst>
          </p:cNvPr>
          <p:cNvSpPr/>
          <p:nvPr/>
        </p:nvSpPr>
        <p:spPr>
          <a:xfrm>
            <a:off x="4986046" y="4049243"/>
            <a:ext cx="1350150" cy="856515"/>
          </a:xfrm>
          <a:prstGeom prst="roundRect">
            <a:avLst/>
          </a:prstGeom>
          <a:solidFill>
            <a:srgbClr val="7F7F7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Tabla de dimensión</a:t>
            </a:r>
          </a:p>
          <a:p>
            <a:pPr algn="ctr"/>
            <a:r>
              <a:rPr lang="es-ES" sz="1050" dirty="0"/>
              <a:t>(</a:t>
            </a:r>
            <a:r>
              <a:rPr lang="es-ES" sz="1050" dirty="0" err="1"/>
              <a:t>ej</a:t>
            </a:r>
            <a:r>
              <a:rPr lang="es-ES" sz="1050" dirty="0"/>
              <a:t>: </a:t>
            </a:r>
            <a:r>
              <a:rPr lang="es-ES" sz="1050" dirty="0" err="1"/>
              <a:t>dim_clientes</a:t>
            </a:r>
            <a:r>
              <a:rPr lang="es-ES" sz="1050" dirty="0"/>
              <a:t>)</a:t>
            </a:r>
            <a:endParaRPr lang="en-US" sz="1050" dirty="0"/>
          </a:p>
        </p:txBody>
      </p:sp>
      <p:sp>
        <p:nvSpPr>
          <p:cNvPr id="9" name="Título 4">
            <a:extLst>
              <a:ext uri="{FF2B5EF4-FFF2-40B4-BE49-F238E27FC236}">
                <a16:creationId xmlns:a16="http://schemas.microsoft.com/office/drawing/2014/main" id="{5B579AB4-3347-3917-6EE7-CBB1B36CA71D}"/>
              </a:ext>
            </a:extLst>
          </p:cNvPr>
          <p:cNvSpPr txBox="1">
            <a:spLocks/>
          </p:cNvSpPr>
          <p:nvPr/>
        </p:nvSpPr>
        <p:spPr>
          <a:xfrm>
            <a:off x="251520" y="411914"/>
            <a:ext cx="6757988" cy="2084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400" b="1" dirty="0">
                <a:latin typeface="Montserrat" panose="00000500000000000000" pitchFamily="2" charset="0"/>
              </a:rPr>
              <a:t>Modelo de Datos </a:t>
            </a:r>
            <a:r>
              <a:rPr lang="es-ES" sz="1400" b="1" dirty="0">
                <a:solidFill>
                  <a:schemeClr val="accent1"/>
                </a:solidFill>
                <a:latin typeface="Montserrat" panose="00000500000000000000" pitchFamily="2" charset="0"/>
              </a:rPr>
              <a:t>| Modelo de Estrella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69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8A4E3-A07B-024C-E384-11D8A3F1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C9ECACF9-4649-ABFD-20CF-6948AA3852E5}"/>
              </a:ext>
            </a:extLst>
          </p:cNvPr>
          <p:cNvSpPr txBox="1"/>
          <p:nvPr/>
        </p:nvSpPr>
        <p:spPr>
          <a:xfrm>
            <a:off x="2162608" y="2761350"/>
            <a:ext cx="4818784" cy="819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75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endParaRPr lang="es-ES" sz="1575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1575" dirty="0">
                <a:solidFill>
                  <a:schemeClr val="bg1"/>
                </a:solidFill>
                <a:latin typeface="Montserrat" panose="00000500000000000000" pitchFamily="2" charset="0"/>
              </a:rPr>
              <a:t>ORQUESTACIÓN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29954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e24c3f89-b1e2-4b5c-81e1-9b07710f5189"/>
    <ds:schemaRef ds:uri="http://www.w3.org/XML/1998/namespace"/>
    <ds:schemaRef ds:uri="http://purl.org/dc/elements/1.1/"/>
    <ds:schemaRef ds:uri="ce845bb0-6f82-4cf9-8b02-3916bb6268df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11110</TotalTime>
  <Words>762</Words>
  <Application>Microsoft Office PowerPoint</Application>
  <PresentationFormat>Presentación en pantalla (4:3)</PresentationFormat>
  <Paragraphs>163</Paragraphs>
  <Slides>14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Montserrat</vt:lpstr>
      <vt:lpstr>Montserrat SemiBold</vt:lpstr>
      <vt:lpstr>Verdana</vt:lpstr>
      <vt:lpstr>Diseño personalizado</vt:lpstr>
      <vt:lpstr>Presentación de PowerPoint</vt:lpstr>
      <vt:lpstr>Indice de la Sesión</vt:lpstr>
      <vt:lpstr>Presentación de PowerPoint</vt:lpstr>
      <vt:lpstr>ETL | Extract Transform Load</vt:lpstr>
      <vt:lpstr>ETL | Tipos de Extracciones </vt:lpstr>
      <vt:lpstr>ETL | Tipos de Transformaciones</vt:lpstr>
      <vt:lpstr>ETL | Tipos de Cargas (Load)</vt:lpstr>
      <vt:lpstr>Arquitectura de capas | Del dato crudo al valor con eficiencia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385</cp:revision>
  <cp:lastPrinted>2018-06-15T07:54:48Z</cp:lastPrinted>
  <dcterms:created xsi:type="dcterms:W3CDTF">2014-05-13T08:36:54Z</dcterms:created>
  <dcterms:modified xsi:type="dcterms:W3CDTF">2025-12-12T06:11:31Z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